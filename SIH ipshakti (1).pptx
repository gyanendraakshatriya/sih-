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20" r:id="rId1"/>
  </p:sldMasterIdLst>
  <p:notesMasterIdLst>
    <p:notesMasterId r:id="rId8"/>
  </p:notesMasterIdLst>
  <p:sldIdLst>
    <p:sldId id="256" r:id="rId2"/>
    <p:sldId id="263" r:id="rId3"/>
    <p:sldId id="265" r:id="rId4"/>
    <p:sldId id="266" r:id="rId5"/>
    <p:sldId id="269" r:id="rId6"/>
    <p:sldId id="268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Neue Haas Grotesk Text Pro" panose="020B0604020202020204" charset="0"/>
      <p:regular r:id="rId10"/>
      <p:bold r:id="rId11"/>
      <p:italic r:id="rId12"/>
      <p:boldItalic r:id="rId13"/>
    </p:embeddedFont>
    <p:embeddedFont>
      <p:font typeface="Garamond" panose="02020404030301010803" pitchFamily="18" charset="0"/>
      <p:regular r:id="rId14"/>
      <p:bold r:id="rId15"/>
      <p:italic r:id="rId16"/>
    </p:embeddedFont>
    <p:embeddedFont>
      <p:font typeface="Oswald" panose="020B060402020202020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184623-3BBE-A79C-091F-5767B4C2928A}" name="priyanshi maurya" initials="pm" userId="42eb5562ae2c534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27T06:15:55.786"/>
    <p1510:client id="{2E8451B5-61AB-F930-99E1-E7B86BDC092D}" v="4" dt="2026-09-27T05:55:32.215"/>
    <p1510:client id="{6E107720-92C9-44E2-8A50-3E6F2F983778}" v="117" dt="2026-09-27T05:41:08.237"/>
    <p1510:client id="{7B05AD37-A249-B233-1F32-FDDDA29ECD7F}" v="170" dt="2026-09-27T06:07:10.853"/>
    <p1510:client id="{A254C440-18B9-4A77-81C2-A284368FC940}" v="99" dt="2026-09-27T06:15:24.739"/>
    <p1510:client id="{F776D5A3-C0E2-2B57-85B3-C3D336F76876}" v="12" dt="2026-09-27T06:18:12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F5F744-DE04-4BA7-BE92-3DA973C94007}" type="doc">
      <dgm:prSet loTypeId="urn:microsoft.com/office/officeart/2011/layout/CircleProcess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3EA2B85A-A33F-4BC2-8B1B-CEC7CD514BE5}">
      <dgm:prSet phldrT="[Text]" phldr="0"/>
      <dgm:spPr/>
      <dgm:t>
        <a:bodyPr/>
        <a:lstStyle/>
        <a:p>
          <a:r>
            <a:rPr lang="en-US" b="1"/>
            <a:t>FIND </a:t>
          </a:r>
        </a:p>
        <a:p>
          <a:r>
            <a:rPr lang="en-US"/>
            <a:t>Reduce time spent locating relevant information</a:t>
          </a:r>
          <a:endParaRPr lang="en-IN"/>
        </a:p>
      </dgm:t>
    </dgm:pt>
    <dgm:pt modelId="{0B0E8FA1-878B-4FE0-95DB-6D374B0438CD}" type="parTrans" cxnId="{637A2CCD-20E7-41EA-A559-06FD866C44D3}">
      <dgm:prSet/>
      <dgm:spPr/>
      <dgm:t>
        <a:bodyPr/>
        <a:lstStyle/>
        <a:p>
          <a:endParaRPr lang="en-IN"/>
        </a:p>
      </dgm:t>
    </dgm:pt>
    <dgm:pt modelId="{B38C80E1-ACF8-434F-97D2-0C2AAD447154}" type="sibTrans" cxnId="{637A2CCD-20E7-41EA-A559-06FD866C44D3}">
      <dgm:prSet/>
      <dgm:spPr/>
      <dgm:t>
        <a:bodyPr/>
        <a:lstStyle/>
        <a:p>
          <a:endParaRPr lang="en-IN"/>
        </a:p>
      </dgm:t>
    </dgm:pt>
    <dgm:pt modelId="{DD36EDD5-6E35-4AEE-834F-42848071286B}">
      <dgm:prSet phldrT="[Text]" phldr="0"/>
      <dgm:spPr/>
      <dgm:t>
        <a:bodyPr/>
        <a:lstStyle/>
        <a:p>
          <a:r>
            <a:rPr lang="en-US" b="1" dirty="0"/>
            <a:t>TRACE</a:t>
          </a:r>
        </a:p>
        <a:p>
          <a:r>
            <a:rPr lang="en-IN" dirty="0"/>
            <a:t>Keep evidence attached to AI responses</a:t>
          </a:r>
        </a:p>
      </dgm:t>
    </dgm:pt>
    <dgm:pt modelId="{211A1358-82AC-47BA-B022-281A7B06EFCA}" type="parTrans" cxnId="{BDF6C941-A359-4137-B26C-B34D1851BB65}">
      <dgm:prSet/>
      <dgm:spPr/>
      <dgm:t>
        <a:bodyPr/>
        <a:lstStyle/>
        <a:p>
          <a:endParaRPr lang="en-IN"/>
        </a:p>
      </dgm:t>
    </dgm:pt>
    <dgm:pt modelId="{2A888DBF-918C-4E06-9562-D6D567C0C784}" type="sibTrans" cxnId="{BDF6C941-A359-4137-B26C-B34D1851BB65}">
      <dgm:prSet/>
      <dgm:spPr/>
      <dgm:t>
        <a:bodyPr/>
        <a:lstStyle/>
        <a:p>
          <a:endParaRPr lang="en-IN"/>
        </a:p>
      </dgm:t>
    </dgm:pt>
    <dgm:pt modelId="{2521669D-E5E1-4F8D-A8D0-71287A2617E9}">
      <dgm:prSet phldrT="[Text]" phldr="0"/>
      <dgm:spPr/>
      <dgm:t>
        <a:bodyPr/>
        <a:lstStyle/>
        <a:p>
          <a:r>
            <a:rPr lang="en-US" b="1"/>
            <a:t>Protect</a:t>
          </a:r>
        </a:p>
        <a:p>
          <a:r>
            <a:rPr lang="en-IN"/>
            <a:t>Improve awareness of IP, TK and ABS considerations.</a:t>
          </a:r>
        </a:p>
      </dgm:t>
    </dgm:pt>
    <dgm:pt modelId="{B6ED2EC4-2F60-4911-986C-666C011320C9}" type="parTrans" cxnId="{227CE1B1-4A1B-4244-80BA-1E53C7450606}">
      <dgm:prSet/>
      <dgm:spPr/>
      <dgm:t>
        <a:bodyPr/>
        <a:lstStyle/>
        <a:p>
          <a:endParaRPr lang="en-IN"/>
        </a:p>
      </dgm:t>
    </dgm:pt>
    <dgm:pt modelId="{0653A46A-46E0-4177-815A-C53E7EE5E6B8}" type="sibTrans" cxnId="{227CE1B1-4A1B-4244-80BA-1E53C7450606}">
      <dgm:prSet/>
      <dgm:spPr/>
      <dgm:t>
        <a:bodyPr/>
        <a:lstStyle/>
        <a:p>
          <a:endParaRPr lang="en-IN"/>
        </a:p>
      </dgm:t>
    </dgm:pt>
    <dgm:pt modelId="{A6631F53-184A-4578-B9E5-241A360BCC11}">
      <dgm:prSet phldrT="[Text]" phldr="0"/>
      <dgm:spPr/>
      <dgm:t>
        <a:bodyPr/>
        <a:lstStyle/>
        <a:p>
          <a:r>
            <a:rPr lang="en-US" b="1" dirty="0"/>
            <a:t>UNDERSTAND</a:t>
          </a:r>
        </a:p>
        <a:p>
          <a:r>
            <a:rPr lang="en-IN" dirty="0"/>
            <a:t>Make complex IP / regularity pathways easier to navigate</a:t>
          </a:r>
        </a:p>
      </dgm:t>
    </dgm:pt>
    <dgm:pt modelId="{88C09709-5C8B-4F1F-B42B-5A4DB9940461}" type="parTrans" cxnId="{8661B406-CEFC-405E-B4FC-FB1984BD6683}">
      <dgm:prSet/>
      <dgm:spPr/>
      <dgm:t>
        <a:bodyPr/>
        <a:lstStyle/>
        <a:p>
          <a:endParaRPr lang="en-IN"/>
        </a:p>
      </dgm:t>
    </dgm:pt>
    <dgm:pt modelId="{D35C0553-E2C7-443D-AF12-3F8AAB853393}" type="sibTrans" cxnId="{8661B406-CEFC-405E-B4FC-FB1984BD6683}">
      <dgm:prSet/>
      <dgm:spPr/>
      <dgm:t>
        <a:bodyPr/>
        <a:lstStyle/>
        <a:p>
          <a:endParaRPr lang="en-IN"/>
        </a:p>
      </dgm:t>
    </dgm:pt>
    <dgm:pt modelId="{1369846A-D83D-49C6-A33B-34D220730453}">
      <dgm:prSet phldrT="[Text]" phldr="0"/>
      <dgm:spPr/>
      <dgm:t>
        <a:bodyPr/>
        <a:lstStyle/>
        <a:p>
          <a:r>
            <a:rPr lang="en-US" b="1"/>
            <a:t>ACCESS</a:t>
          </a:r>
        </a:p>
        <a:p>
          <a:r>
            <a:rPr lang="en-IN"/>
            <a:t>Broden access through multilingual + voice interaction</a:t>
          </a:r>
        </a:p>
      </dgm:t>
    </dgm:pt>
    <dgm:pt modelId="{7958312F-4C0B-4164-84FC-26196D18CAD9}" type="parTrans" cxnId="{6B53FB99-5D12-4F49-8ECF-4DB0E41A4A47}">
      <dgm:prSet/>
      <dgm:spPr/>
      <dgm:t>
        <a:bodyPr/>
        <a:lstStyle/>
        <a:p>
          <a:endParaRPr lang="en-IN"/>
        </a:p>
      </dgm:t>
    </dgm:pt>
    <dgm:pt modelId="{B78FE10D-042E-463B-ABD2-29C7291CD2D1}" type="sibTrans" cxnId="{6B53FB99-5D12-4F49-8ECF-4DB0E41A4A47}">
      <dgm:prSet/>
      <dgm:spPr/>
      <dgm:t>
        <a:bodyPr/>
        <a:lstStyle/>
        <a:p>
          <a:endParaRPr lang="en-IN"/>
        </a:p>
      </dgm:t>
    </dgm:pt>
    <dgm:pt modelId="{98060FAE-5D41-4FB9-AA1D-C998FC3C2E15}" type="pres">
      <dgm:prSet presAssocID="{A7F5F744-DE04-4BA7-BE92-3DA973C94007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8A318CF-5214-42C4-832C-949FBC0156BA}" type="pres">
      <dgm:prSet presAssocID="{1369846A-D83D-49C6-A33B-34D220730453}" presName="Accent5" presStyleCnt="0"/>
      <dgm:spPr/>
    </dgm:pt>
    <dgm:pt modelId="{0AF97E8C-1C40-46A6-90A9-BD49BA589EFC}" type="pres">
      <dgm:prSet presAssocID="{1369846A-D83D-49C6-A33B-34D220730453}" presName="Accent" presStyleLbl="node1" presStyleIdx="0" presStyleCnt="5"/>
      <dgm:spPr/>
    </dgm:pt>
    <dgm:pt modelId="{898206D6-7A42-4FD3-AEAC-9768A9C0E91F}" type="pres">
      <dgm:prSet presAssocID="{1369846A-D83D-49C6-A33B-34D220730453}" presName="ParentBackground5" presStyleCnt="0"/>
      <dgm:spPr/>
    </dgm:pt>
    <dgm:pt modelId="{2DC495CE-B9F0-4ABD-9137-8063409A398C}" type="pres">
      <dgm:prSet presAssocID="{1369846A-D83D-49C6-A33B-34D220730453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459617-5670-4288-961F-C8BE1B1DEF35}" type="pres">
      <dgm:prSet presAssocID="{1369846A-D83D-49C6-A33B-34D220730453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F25316-E543-48B9-B049-B1AEDC38372C}" type="pres">
      <dgm:prSet presAssocID="{2521669D-E5E1-4F8D-A8D0-71287A2617E9}" presName="Accent4" presStyleCnt="0"/>
      <dgm:spPr/>
    </dgm:pt>
    <dgm:pt modelId="{C6D5059D-EBE8-4B97-A116-143EA05FC73A}" type="pres">
      <dgm:prSet presAssocID="{2521669D-E5E1-4F8D-A8D0-71287A2617E9}" presName="Accent" presStyleLbl="node1" presStyleIdx="1" presStyleCnt="5"/>
      <dgm:spPr/>
    </dgm:pt>
    <dgm:pt modelId="{62D325E9-0B0D-44C8-B54A-A924D929F389}" type="pres">
      <dgm:prSet presAssocID="{2521669D-E5E1-4F8D-A8D0-71287A2617E9}" presName="ParentBackground4" presStyleCnt="0"/>
      <dgm:spPr/>
    </dgm:pt>
    <dgm:pt modelId="{A33A5FA6-FB02-4E33-88E5-B804C0B5736B}" type="pres">
      <dgm:prSet presAssocID="{2521669D-E5E1-4F8D-A8D0-71287A2617E9}" presName="ParentBackground" presStyleLbl="fgAcc1" presStyleIdx="1" presStyleCnt="5"/>
      <dgm:spPr/>
      <dgm:t>
        <a:bodyPr/>
        <a:lstStyle/>
        <a:p>
          <a:endParaRPr lang="en-US"/>
        </a:p>
      </dgm:t>
    </dgm:pt>
    <dgm:pt modelId="{BBD29D84-F770-407E-BDBA-ADB18DF583B1}" type="pres">
      <dgm:prSet presAssocID="{2521669D-E5E1-4F8D-A8D0-71287A2617E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FC6F34-1EBC-4D5C-BA18-D92D3ABDF232}" type="pres">
      <dgm:prSet presAssocID="{DD36EDD5-6E35-4AEE-834F-42848071286B}" presName="Accent3" presStyleCnt="0"/>
      <dgm:spPr/>
    </dgm:pt>
    <dgm:pt modelId="{5E31B280-4B3C-4A34-AF40-1B4920A4F4FC}" type="pres">
      <dgm:prSet presAssocID="{DD36EDD5-6E35-4AEE-834F-42848071286B}" presName="Accent" presStyleLbl="node1" presStyleIdx="2" presStyleCnt="5"/>
      <dgm:spPr/>
    </dgm:pt>
    <dgm:pt modelId="{31F415AF-F5F6-4753-B602-54EE64DF24E9}" type="pres">
      <dgm:prSet presAssocID="{DD36EDD5-6E35-4AEE-834F-42848071286B}" presName="ParentBackground3" presStyleCnt="0"/>
      <dgm:spPr/>
    </dgm:pt>
    <dgm:pt modelId="{194F69BB-607C-461A-81BF-AF6D4E0A0107}" type="pres">
      <dgm:prSet presAssocID="{DD36EDD5-6E35-4AEE-834F-42848071286B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50EE6820-DF83-4F93-A4A0-19E3A0A1679E}" type="pres">
      <dgm:prSet presAssocID="{DD36EDD5-6E35-4AEE-834F-42848071286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23148D-0E2C-4C5C-A69C-6F4A204D0753}" type="pres">
      <dgm:prSet presAssocID="{A6631F53-184A-4578-B9E5-241A360BCC11}" presName="Accent2" presStyleCnt="0"/>
      <dgm:spPr/>
    </dgm:pt>
    <dgm:pt modelId="{8C91B754-B70D-4AD5-BD36-9BCD189BD9A7}" type="pres">
      <dgm:prSet presAssocID="{A6631F53-184A-4578-B9E5-241A360BCC11}" presName="Accent" presStyleLbl="node1" presStyleIdx="3" presStyleCnt="5"/>
      <dgm:spPr/>
    </dgm:pt>
    <dgm:pt modelId="{50028132-0071-4838-B8D3-0C6D67A9CD5C}" type="pres">
      <dgm:prSet presAssocID="{A6631F53-184A-4578-B9E5-241A360BCC11}" presName="ParentBackground2" presStyleCnt="0"/>
      <dgm:spPr/>
    </dgm:pt>
    <dgm:pt modelId="{1CEC8AD8-79A3-4FA6-9DB8-D47336300F26}" type="pres">
      <dgm:prSet presAssocID="{A6631F53-184A-4578-B9E5-241A360BCC11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1530EDB5-E0A8-406A-8170-455BC40EC59C}" type="pres">
      <dgm:prSet presAssocID="{A6631F53-184A-4578-B9E5-241A360BCC11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1EF968-23B5-460A-AEFA-08E88749D790}" type="pres">
      <dgm:prSet presAssocID="{3EA2B85A-A33F-4BC2-8B1B-CEC7CD514BE5}" presName="Accent1" presStyleCnt="0"/>
      <dgm:spPr/>
    </dgm:pt>
    <dgm:pt modelId="{1F329786-347E-4378-B8FE-EE541E714EA5}" type="pres">
      <dgm:prSet presAssocID="{3EA2B85A-A33F-4BC2-8B1B-CEC7CD514BE5}" presName="Accent" presStyleLbl="node1" presStyleIdx="4" presStyleCnt="5"/>
      <dgm:spPr/>
    </dgm:pt>
    <dgm:pt modelId="{1F00C56E-3F81-4D9D-B6EF-575FA5B73FC9}" type="pres">
      <dgm:prSet presAssocID="{3EA2B85A-A33F-4BC2-8B1B-CEC7CD514BE5}" presName="ParentBackground1" presStyleCnt="0"/>
      <dgm:spPr/>
    </dgm:pt>
    <dgm:pt modelId="{DE2E276B-FE9A-43DF-B0C2-F8382D79766B}" type="pres">
      <dgm:prSet presAssocID="{3EA2B85A-A33F-4BC2-8B1B-CEC7CD514BE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8C4F1993-E4F9-4180-90B3-271D33ECF721}" type="pres">
      <dgm:prSet presAssocID="{3EA2B85A-A33F-4BC2-8B1B-CEC7CD514BE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63B5840-A96A-4618-A553-BC4B0248B471}" type="presOf" srcId="{2521669D-E5E1-4F8D-A8D0-71287A2617E9}" destId="{A33A5FA6-FB02-4E33-88E5-B804C0B5736B}" srcOrd="0" destOrd="0" presId="urn:microsoft.com/office/officeart/2011/layout/CircleProcess"/>
    <dgm:cxn modelId="{034DA560-6A02-49DF-8903-2710A1511E6A}" type="presOf" srcId="{1369846A-D83D-49C6-A33B-34D220730453}" destId="{2DC495CE-B9F0-4ABD-9137-8063409A398C}" srcOrd="0" destOrd="0" presId="urn:microsoft.com/office/officeart/2011/layout/CircleProcess"/>
    <dgm:cxn modelId="{5142985F-A4C4-44C2-9395-1EE80F39601B}" type="presOf" srcId="{DD36EDD5-6E35-4AEE-834F-42848071286B}" destId="{50EE6820-DF83-4F93-A4A0-19E3A0A1679E}" srcOrd="1" destOrd="0" presId="urn:microsoft.com/office/officeart/2011/layout/CircleProcess"/>
    <dgm:cxn modelId="{8AE5A665-11EC-4987-9224-9BB1060D8C80}" type="presOf" srcId="{A6631F53-184A-4578-B9E5-241A360BCC11}" destId="{1CEC8AD8-79A3-4FA6-9DB8-D47336300F26}" srcOrd="0" destOrd="0" presId="urn:microsoft.com/office/officeart/2011/layout/CircleProcess"/>
    <dgm:cxn modelId="{1A63F899-BF2A-497C-8FD6-230BBD4E0AED}" type="presOf" srcId="{A7F5F744-DE04-4BA7-BE92-3DA973C94007}" destId="{98060FAE-5D41-4FB9-AA1D-C998FC3C2E15}" srcOrd="0" destOrd="0" presId="urn:microsoft.com/office/officeart/2011/layout/CircleProcess"/>
    <dgm:cxn modelId="{9565C3FF-105D-4A93-9EA9-5E5CD5020D4C}" type="presOf" srcId="{DD36EDD5-6E35-4AEE-834F-42848071286B}" destId="{194F69BB-607C-461A-81BF-AF6D4E0A0107}" srcOrd="0" destOrd="0" presId="urn:microsoft.com/office/officeart/2011/layout/CircleProcess"/>
    <dgm:cxn modelId="{5409B8D4-6112-40CD-931C-6A095FB46178}" type="presOf" srcId="{A6631F53-184A-4578-B9E5-241A360BCC11}" destId="{1530EDB5-E0A8-406A-8170-455BC40EC59C}" srcOrd="1" destOrd="0" presId="urn:microsoft.com/office/officeart/2011/layout/CircleProcess"/>
    <dgm:cxn modelId="{637A2CCD-20E7-41EA-A559-06FD866C44D3}" srcId="{A7F5F744-DE04-4BA7-BE92-3DA973C94007}" destId="{3EA2B85A-A33F-4BC2-8B1B-CEC7CD514BE5}" srcOrd="0" destOrd="0" parTransId="{0B0E8FA1-878B-4FE0-95DB-6D374B0438CD}" sibTransId="{B38C80E1-ACF8-434F-97D2-0C2AAD447154}"/>
    <dgm:cxn modelId="{6B53FB99-5D12-4F49-8ECF-4DB0E41A4A47}" srcId="{A7F5F744-DE04-4BA7-BE92-3DA973C94007}" destId="{1369846A-D83D-49C6-A33B-34D220730453}" srcOrd="4" destOrd="0" parTransId="{7958312F-4C0B-4164-84FC-26196D18CAD9}" sibTransId="{B78FE10D-042E-463B-ABD2-29C7291CD2D1}"/>
    <dgm:cxn modelId="{B1AD2F21-2DA3-4534-9C7F-833889D8697F}" type="presOf" srcId="{3EA2B85A-A33F-4BC2-8B1B-CEC7CD514BE5}" destId="{DE2E276B-FE9A-43DF-B0C2-F8382D79766B}" srcOrd="0" destOrd="0" presId="urn:microsoft.com/office/officeart/2011/layout/CircleProcess"/>
    <dgm:cxn modelId="{114CD622-2021-4124-B67F-7B7C17B86FD1}" type="presOf" srcId="{1369846A-D83D-49C6-A33B-34D220730453}" destId="{FF459617-5670-4288-961F-C8BE1B1DEF35}" srcOrd="1" destOrd="0" presId="urn:microsoft.com/office/officeart/2011/layout/CircleProcess"/>
    <dgm:cxn modelId="{B34ABCD5-9F0B-4BA5-8257-00DBAA06C9E8}" type="presOf" srcId="{3EA2B85A-A33F-4BC2-8B1B-CEC7CD514BE5}" destId="{8C4F1993-E4F9-4180-90B3-271D33ECF721}" srcOrd="1" destOrd="0" presId="urn:microsoft.com/office/officeart/2011/layout/CircleProcess"/>
    <dgm:cxn modelId="{8661B406-CEFC-405E-B4FC-FB1984BD6683}" srcId="{A7F5F744-DE04-4BA7-BE92-3DA973C94007}" destId="{A6631F53-184A-4578-B9E5-241A360BCC11}" srcOrd="1" destOrd="0" parTransId="{88C09709-5C8B-4F1F-B42B-5A4DB9940461}" sibTransId="{D35C0553-E2C7-443D-AF12-3F8AAB853393}"/>
    <dgm:cxn modelId="{227CE1B1-4A1B-4244-80BA-1E53C7450606}" srcId="{A7F5F744-DE04-4BA7-BE92-3DA973C94007}" destId="{2521669D-E5E1-4F8D-A8D0-71287A2617E9}" srcOrd="3" destOrd="0" parTransId="{B6ED2EC4-2F60-4911-986C-666C011320C9}" sibTransId="{0653A46A-46E0-4177-815A-C53E7EE5E6B8}"/>
    <dgm:cxn modelId="{BDF6C941-A359-4137-B26C-B34D1851BB65}" srcId="{A7F5F744-DE04-4BA7-BE92-3DA973C94007}" destId="{DD36EDD5-6E35-4AEE-834F-42848071286B}" srcOrd="2" destOrd="0" parTransId="{211A1358-82AC-47BA-B022-281A7B06EFCA}" sibTransId="{2A888DBF-918C-4E06-9562-D6D567C0C784}"/>
    <dgm:cxn modelId="{1B34E8D4-6C47-4D91-90E6-C8846AFA3685}" type="presOf" srcId="{2521669D-E5E1-4F8D-A8D0-71287A2617E9}" destId="{BBD29D84-F770-407E-BDBA-ADB18DF583B1}" srcOrd="1" destOrd="0" presId="urn:microsoft.com/office/officeart/2011/layout/CircleProcess"/>
    <dgm:cxn modelId="{B75B4770-D0F2-49ED-9133-F38759782805}" type="presParOf" srcId="{98060FAE-5D41-4FB9-AA1D-C998FC3C2E15}" destId="{F8A318CF-5214-42C4-832C-949FBC0156BA}" srcOrd="0" destOrd="0" presId="urn:microsoft.com/office/officeart/2011/layout/CircleProcess"/>
    <dgm:cxn modelId="{3F1BD32B-DAC8-46CD-8C47-0FB01A1F0B28}" type="presParOf" srcId="{F8A318CF-5214-42C4-832C-949FBC0156BA}" destId="{0AF97E8C-1C40-46A6-90A9-BD49BA589EFC}" srcOrd="0" destOrd="0" presId="urn:microsoft.com/office/officeart/2011/layout/CircleProcess"/>
    <dgm:cxn modelId="{DB0B6B91-7ABC-4C32-B361-DB4D70CE2902}" type="presParOf" srcId="{98060FAE-5D41-4FB9-AA1D-C998FC3C2E15}" destId="{898206D6-7A42-4FD3-AEAC-9768A9C0E91F}" srcOrd="1" destOrd="0" presId="urn:microsoft.com/office/officeart/2011/layout/CircleProcess"/>
    <dgm:cxn modelId="{9F279DA9-0B68-4A12-AA2C-20CE5090C739}" type="presParOf" srcId="{898206D6-7A42-4FD3-AEAC-9768A9C0E91F}" destId="{2DC495CE-B9F0-4ABD-9137-8063409A398C}" srcOrd="0" destOrd="0" presId="urn:microsoft.com/office/officeart/2011/layout/CircleProcess"/>
    <dgm:cxn modelId="{1F6D8782-E1E2-42C0-89EB-FD63B2324E9D}" type="presParOf" srcId="{98060FAE-5D41-4FB9-AA1D-C998FC3C2E15}" destId="{FF459617-5670-4288-961F-C8BE1B1DEF35}" srcOrd="2" destOrd="0" presId="urn:microsoft.com/office/officeart/2011/layout/CircleProcess"/>
    <dgm:cxn modelId="{62CBE576-BFC7-4889-8995-21FAE189A3AE}" type="presParOf" srcId="{98060FAE-5D41-4FB9-AA1D-C998FC3C2E15}" destId="{0DF25316-E543-48B9-B049-B1AEDC38372C}" srcOrd="3" destOrd="0" presId="urn:microsoft.com/office/officeart/2011/layout/CircleProcess"/>
    <dgm:cxn modelId="{B8D04DC8-EAF0-464B-839A-C7971D63EE86}" type="presParOf" srcId="{0DF25316-E543-48B9-B049-B1AEDC38372C}" destId="{C6D5059D-EBE8-4B97-A116-143EA05FC73A}" srcOrd="0" destOrd="0" presId="urn:microsoft.com/office/officeart/2011/layout/CircleProcess"/>
    <dgm:cxn modelId="{837FFCF8-7F0F-4B8A-B7D4-7473EEDA07C9}" type="presParOf" srcId="{98060FAE-5D41-4FB9-AA1D-C998FC3C2E15}" destId="{62D325E9-0B0D-44C8-B54A-A924D929F389}" srcOrd="4" destOrd="0" presId="urn:microsoft.com/office/officeart/2011/layout/CircleProcess"/>
    <dgm:cxn modelId="{B97FDB55-3713-43C6-902E-B117A2DC0D28}" type="presParOf" srcId="{62D325E9-0B0D-44C8-B54A-A924D929F389}" destId="{A33A5FA6-FB02-4E33-88E5-B804C0B5736B}" srcOrd="0" destOrd="0" presId="urn:microsoft.com/office/officeart/2011/layout/CircleProcess"/>
    <dgm:cxn modelId="{E87B784C-3AD0-456D-BAF9-6D6A72CBFFB5}" type="presParOf" srcId="{98060FAE-5D41-4FB9-AA1D-C998FC3C2E15}" destId="{BBD29D84-F770-407E-BDBA-ADB18DF583B1}" srcOrd="5" destOrd="0" presId="urn:microsoft.com/office/officeart/2011/layout/CircleProcess"/>
    <dgm:cxn modelId="{42871CD6-24F2-4D78-9577-67C894A976B1}" type="presParOf" srcId="{98060FAE-5D41-4FB9-AA1D-C998FC3C2E15}" destId="{F1FC6F34-1EBC-4D5C-BA18-D92D3ABDF232}" srcOrd="6" destOrd="0" presId="urn:microsoft.com/office/officeart/2011/layout/CircleProcess"/>
    <dgm:cxn modelId="{D3A878B5-FF52-4864-9A6C-FB9932B96E56}" type="presParOf" srcId="{F1FC6F34-1EBC-4D5C-BA18-D92D3ABDF232}" destId="{5E31B280-4B3C-4A34-AF40-1B4920A4F4FC}" srcOrd="0" destOrd="0" presId="urn:microsoft.com/office/officeart/2011/layout/CircleProcess"/>
    <dgm:cxn modelId="{C30DA6FB-E330-409E-869A-AE0028CD7FA3}" type="presParOf" srcId="{98060FAE-5D41-4FB9-AA1D-C998FC3C2E15}" destId="{31F415AF-F5F6-4753-B602-54EE64DF24E9}" srcOrd="7" destOrd="0" presId="urn:microsoft.com/office/officeart/2011/layout/CircleProcess"/>
    <dgm:cxn modelId="{ECCE38A8-01F4-4E08-B837-07CB51FE2345}" type="presParOf" srcId="{31F415AF-F5F6-4753-B602-54EE64DF24E9}" destId="{194F69BB-607C-461A-81BF-AF6D4E0A0107}" srcOrd="0" destOrd="0" presId="urn:microsoft.com/office/officeart/2011/layout/CircleProcess"/>
    <dgm:cxn modelId="{E626CAD1-E261-410C-9A8C-98BCAC126069}" type="presParOf" srcId="{98060FAE-5D41-4FB9-AA1D-C998FC3C2E15}" destId="{50EE6820-DF83-4F93-A4A0-19E3A0A1679E}" srcOrd="8" destOrd="0" presId="urn:microsoft.com/office/officeart/2011/layout/CircleProcess"/>
    <dgm:cxn modelId="{B274A087-ED05-4DFA-9018-45D94E0D4D45}" type="presParOf" srcId="{98060FAE-5D41-4FB9-AA1D-C998FC3C2E15}" destId="{B023148D-0E2C-4C5C-A69C-6F4A204D0753}" srcOrd="9" destOrd="0" presId="urn:microsoft.com/office/officeart/2011/layout/CircleProcess"/>
    <dgm:cxn modelId="{5F0D8737-460E-4CEF-93AA-A2B0B317F1AA}" type="presParOf" srcId="{B023148D-0E2C-4C5C-A69C-6F4A204D0753}" destId="{8C91B754-B70D-4AD5-BD36-9BCD189BD9A7}" srcOrd="0" destOrd="0" presId="urn:microsoft.com/office/officeart/2011/layout/CircleProcess"/>
    <dgm:cxn modelId="{C4B73BEE-DBD6-45E2-BCAD-77C675E1D493}" type="presParOf" srcId="{98060FAE-5D41-4FB9-AA1D-C998FC3C2E15}" destId="{50028132-0071-4838-B8D3-0C6D67A9CD5C}" srcOrd="10" destOrd="0" presId="urn:microsoft.com/office/officeart/2011/layout/CircleProcess"/>
    <dgm:cxn modelId="{214F2682-7ADB-427F-90D2-D2931F6F5D0E}" type="presParOf" srcId="{50028132-0071-4838-B8D3-0C6D67A9CD5C}" destId="{1CEC8AD8-79A3-4FA6-9DB8-D47336300F26}" srcOrd="0" destOrd="0" presId="urn:microsoft.com/office/officeart/2011/layout/CircleProcess"/>
    <dgm:cxn modelId="{56FAAFB0-5A8D-4403-AFFD-40576FF45166}" type="presParOf" srcId="{98060FAE-5D41-4FB9-AA1D-C998FC3C2E15}" destId="{1530EDB5-E0A8-406A-8170-455BC40EC59C}" srcOrd="11" destOrd="0" presId="urn:microsoft.com/office/officeart/2011/layout/CircleProcess"/>
    <dgm:cxn modelId="{E5E670F8-F17A-48DC-A582-F53DF7033EE9}" type="presParOf" srcId="{98060FAE-5D41-4FB9-AA1D-C998FC3C2E15}" destId="{411EF968-23B5-460A-AEFA-08E88749D790}" srcOrd="12" destOrd="0" presId="urn:microsoft.com/office/officeart/2011/layout/CircleProcess"/>
    <dgm:cxn modelId="{C7ABE31E-F56B-4EDD-8B4F-0DE0673665AB}" type="presParOf" srcId="{411EF968-23B5-460A-AEFA-08E88749D790}" destId="{1F329786-347E-4378-B8FE-EE541E714EA5}" srcOrd="0" destOrd="0" presId="urn:microsoft.com/office/officeart/2011/layout/CircleProcess"/>
    <dgm:cxn modelId="{91A370B1-B6BD-4EDD-938B-BDA49A370C8D}" type="presParOf" srcId="{98060FAE-5D41-4FB9-AA1D-C998FC3C2E15}" destId="{1F00C56E-3F81-4D9D-B6EF-575FA5B73FC9}" srcOrd="13" destOrd="0" presId="urn:microsoft.com/office/officeart/2011/layout/CircleProcess"/>
    <dgm:cxn modelId="{EC597610-DB01-4536-A30F-9B8CE8CEA103}" type="presParOf" srcId="{1F00C56E-3F81-4D9D-B6EF-575FA5B73FC9}" destId="{DE2E276B-FE9A-43DF-B0C2-F8382D79766B}" srcOrd="0" destOrd="0" presId="urn:microsoft.com/office/officeart/2011/layout/CircleProcess"/>
    <dgm:cxn modelId="{AB078DA9-685C-4CC4-87BF-554293D2631A}" type="presParOf" srcId="{98060FAE-5D41-4FB9-AA1D-C998FC3C2E15}" destId="{8C4F1993-E4F9-4180-90B3-271D33ECF721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4F2C3B-0836-4165-8488-7BB48035B0C4}" type="doc">
      <dgm:prSet loTypeId="urn:microsoft.com/office/officeart/2005/8/layout/process1" loCatId="process" qsTypeId="urn:microsoft.com/office/officeart/2005/8/quickstyle/simple3#1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87AE47F4-749E-4898-8EB6-C2C35D82C561}">
      <dgm:prSet phldrT="[Text]" phldr="0"/>
      <dgm:spPr/>
      <dgm:t>
        <a:bodyPr/>
        <a:lstStyle/>
        <a:p>
          <a:r>
            <a:rPr lang="en-US"/>
            <a:t>1. </a:t>
          </a:r>
          <a:r>
            <a:rPr lang="en-US" b="1"/>
            <a:t>LOGIN</a:t>
          </a:r>
          <a:endParaRPr lang="en-IN" b="1"/>
        </a:p>
      </dgm:t>
    </dgm:pt>
    <dgm:pt modelId="{0F130EC0-895D-4797-BCB0-9D9480DBD756}" type="parTrans" cxnId="{B5CF7DC3-E106-41F1-A0DB-3B6241D06DDA}">
      <dgm:prSet/>
      <dgm:spPr/>
      <dgm:t>
        <a:bodyPr/>
        <a:lstStyle/>
        <a:p>
          <a:endParaRPr lang="en-IN"/>
        </a:p>
      </dgm:t>
    </dgm:pt>
    <dgm:pt modelId="{1304EF85-F7B5-498F-870D-A28DE69CEE89}" type="sibTrans" cxnId="{B5CF7DC3-E106-41F1-A0DB-3B6241D06DDA}">
      <dgm:prSet/>
      <dgm:spPr/>
      <dgm:t>
        <a:bodyPr/>
        <a:lstStyle/>
        <a:p>
          <a:endParaRPr lang="en-IN"/>
        </a:p>
      </dgm:t>
    </dgm:pt>
    <dgm:pt modelId="{C8A2D750-3156-43B9-BC82-DF8E0C722C8D}">
      <dgm:prSet phldrT="[Text]" phldr="0"/>
      <dgm:spPr/>
      <dgm:t>
        <a:bodyPr/>
        <a:lstStyle/>
        <a:p>
          <a:r>
            <a:rPr lang="en-US" dirty="0"/>
            <a:t>2. </a:t>
          </a:r>
          <a:r>
            <a:rPr lang="en-US" b="1" dirty="0"/>
            <a:t>DASHBOARD</a:t>
          </a:r>
          <a:endParaRPr lang="en-IN" b="1" dirty="0"/>
        </a:p>
      </dgm:t>
    </dgm:pt>
    <dgm:pt modelId="{71A36A7F-EFCB-4FCD-BE41-CE5D01F5EE32}" type="parTrans" cxnId="{DCBC9A06-D88C-46F7-AFD5-94B475A80239}">
      <dgm:prSet/>
      <dgm:spPr/>
      <dgm:t>
        <a:bodyPr/>
        <a:lstStyle/>
        <a:p>
          <a:endParaRPr lang="en-IN"/>
        </a:p>
      </dgm:t>
    </dgm:pt>
    <dgm:pt modelId="{BAB889A5-464E-47EE-8AC9-352A6AB51F00}" type="sibTrans" cxnId="{DCBC9A06-D88C-46F7-AFD5-94B475A80239}">
      <dgm:prSet/>
      <dgm:spPr/>
      <dgm:t>
        <a:bodyPr/>
        <a:lstStyle/>
        <a:p>
          <a:endParaRPr lang="en-IN"/>
        </a:p>
      </dgm:t>
    </dgm:pt>
    <dgm:pt modelId="{53B0BE2F-097A-459D-8BD2-52A389BD9BDD}">
      <dgm:prSet phldrT="[Text]" phldr="0"/>
      <dgm:spPr/>
      <dgm:t>
        <a:bodyPr/>
        <a:lstStyle/>
        <a:p>
          <a:r>
            <a:rPr lang="en-US"/>
            <a:t>3</a:t>
          </a:r>
          <a:r>
            <a:rPr lang="en-US" b="1"/>
            <a:t>. ASK</a:t>
          </a:r>
          <a:endParaRPr lang="en-IN" b="1"/>
        </a:p>
      </dgm:t>
    </dgm:pt>
    <dgm:pt modelId="{83BC577F-65F3-46F4-84FE-AF0EBAF07ABF}" type="parTrans" cxnId="{071CFB61-AB72-48D5-A292-5327526D2490}">
      <dgm:prSet/>
      <dgm:spPr/>
      <dgm:t>
        <a:bodyPr/>
        <a:lstStyle/>
        <a:p>
          <a:endParaRPr lang="en-IN"/>
        </a:p>
      </dgm:t>
    </dgm:pt>
    <dgm:pt modelId="{635FA7A3-8B3F-4371-80AC-2C97F7CAA1D7}" type="sibTrans" cxnId="{071CFB61-AB72-48D5-A292-5327526D2490}">
      <dgm:prSet/>
      <dgm:spPr/>
      <dgm:t>
        <a:bodyPr/>
        <a:lstStyle/>
        <a:p>
          <a:endParaRPr lang="en-IN"/>
        </a:p>
      </dgm:t>
    </dgm:pt>
    <dgm:pt modelId="{5C6E773D-4CDF-4CDC-85E7-21C39EE3401C}">
      <dgm:prSet phldrT="[Text]" phldr="0"/>
      <dgm:spPr/>
      <dgm:t>
        <a:bodyPr/>
        <a:lstStyle/>
        <a:p>
          <a:r>
            <a:rPr lang="en-US"/>
            <a:t>4. </a:t>
          </a:r>
          <a:r>
            <a:rPr lang="en-US" b="1"/>
            <a:t>CLASSIFY</a:t>
          </a:r>
          <a:endParaRPr lang="en-IN" b="1"/>
        </a:p>
      </dgm:t>
    </dgm:pt>
    <dgm:pt modelId="{B29105F6-9903-4C65-BBA4-A352869154A0}" type="parTrans" cxnId="{A9AA066B-FA10-4A6C-9A7F-B83662A48159}">
      <dgm:prSet/>
      <dgm:spPr/>
      <dgm:t>
        <a:bodyPr/>
        <a:lstStyle/>
        <a:p>
          <a:endParaRPr lang="en-IN"/>
        </a:p>
      </dgm:t>
    </dgm:pt>
    <dgm:pt modelId="{AF312CC6-3975-43A2-9122-D353CD3544E4}" type="sibTrans" cxnId="{A9AA066B-FA10-4A6C-9A7F-B83662A48159}">
      <dgm:prSet/>
      <dgm:spPr/>
      <dgm:t>
        <a:bodyPr/>
        <a:lstStyle/>
        <a:p>
          <a:endParaRPr lang="en-IN"/>
        </a:p>
      </dgm:t>
    </dgm:pt>
    <dgm:pt modelId="{1E2C9652-7388-40D3-88DB-70E666A9D108}">
      <dgm:prSet phldrT="[Text]" phldr="0"/>
      <dgm:spPr/>
      <dgm:t>
        <a:bodyPr/>
        <a:lstStyle/>
        <a:p>
          <a:r>
            <a:rPr lang="en-US"/>
            <a:t>5</a:t>
          </a:r>
          <a:r>
            <a:rPr lang="en-US" b="1"/>
            <a:t>. IP PATHWAY</a:t>
          </a:r>
          <a:endParaRPr lang="en-IN" b="1"/>
        </a:p>
      </dgm:t>
    </dgm:pt>
    <dgm:pt modelId="{6F851B53-666D-4C66-A5CC-C143F6187A3D}" type="parTrans" cxnId="{32C82BEF-6F10-4E55-A7BC-84A0296CBB0C}">
      <dgm:prSet/>
      <dgm:spPr/>
      <dgm:t>
        <a:bodyPr/>
        <a:lstStyle/>
        <a:p>
          <a:endParaRPr lang="en-IN"/>
        </a:p>
      </dgm:t>
    </dgm:pt>
    <dgm:pt modelId="{027A67A2-1E5C-4CED-AB49-57E63C71AAA3}" type="sibTrans" cxnId="{32C82BEF-6F10-4E55-A7BC-84A0296CBB0C}">
      <dgm:prSet/>
      <dgm:spPr/>
      <dgm:t>
        <a:bodyPr/>
        <a:lstStyle/>
        <a:p>
          <a:endParaRPr lang="en-IN"/>
        </a:p>
      </dgm:t>
    </dgm:pt>
    <dgm:pt modelId="{77BFCF9C-25CC-4AF1-8294-F813D5C1DCED}">
      <dgm:prSet phldrT="[Text]" phldr="0"/>
      <dgm:spPr/>
      <dgm:t>
        <a:bodyPr/>
        <a:lstStyle/>
        <a:p>
          <a:r>
            <a:rPr lang="en-US"/>
            <a:t>6.</a:t>
          </a:r>
          <a:r>
            <a:rPr lang="en-US" b="1"/>
            <a:t>ABS/TK</a:t>
          </a:r>
          <a:endParaRPr lang="en-IN" b="1"/>
        </a:p>
      </dgm:t>
    </dgm:pt>
    <dgm:pt modelId="{A146CB65-6BA3-4CC9-A37E-1EF611AA5D46}" type="parTrans" cxnId="{DE070F82-4C1F-4598-85F0-53749BD3CB5E}">
      <dgm:prSet/>
      <dgm:spPr/>
      <dgm:t>
        <a:bodyPr/>
        <a:lstStyle/>
        <a:p>
          <a:endParaRPr lang="en-IN"/>
        </a:p>
      </dgm:t>
    </dgm:pt>
    <dgm:pt modelId="{029D382E-3153-49F5-B6BB-415D679BE9D9}" type="sibTrans" cxnId="{DE070F82-4C1F-4598-85F0-53749BD3CB5E}">
      <dgm:prSet/>
      <dgm:spPr/>
      <dgm:t>
        <a:bodyPr/>
        <a:lstStyle/>
        <a:p>
          <a:endParaRPr lang="en-IN"/>
        </a:p>
      </dgm:t>
    </dgm:pt>
    <dgm:pt modelId="{B9C9AE08-0726-43F3-8E8C-075E6F77944E}">
      <dgm:prSet phldrT="[Text]" phldr="0"/>
      <dgm:spPr/>
      <dgm:t>
        <a:bodyPr/>
        <a:lstStyle/>
        <a:p>
          <a:r>
            <a:rPr lang="en-US"/>
            <a:t>7. </a:t>
          </a:r>
          <a:r>
            <a:rPr lang="en-US" b="1"/>
            <a:t>SOURCES</a:t>
          </a:r>
          <a:endParaRPr lang="en-IN" b="1"/>
        </a:p>
      </dgm:t>
    </dgm:pt>
    <dgm:pt modelId="{5558D694-EB12-47C7-9991-C67450D541EC}" type="parTrans" cxnId="{A2E155D5-797F-41B8-A4A9-9D3F95400C71}">
      <dgm:prSet/>
      <dgm:spPr/>
      <dgm:t>
        <a:bodyPr/>
        <a:lstStyle/>
        <a:p>
          <a:endParaRPr lang="en-IN"/>
        </a:p>
      </dgm:t>
    </dgm:pt>
    <dgm:pt modelId="{A4045AD3-4066-4A6E-AABD-8BCB907A4674}" type="sibTrans" cxnId="{A2E155D5-797F-41B8-A4A9-9D3F95400C71}">
      <dgm:prSet/>
      <dgm:spPr/>
      <dgm:t>
        <a:bodyPr/>
        <a:lstStyle/>
        <a:p>
          <a:endParaRPr lang="en-IN"/>
        </a:p>
      </dgm:t>
    </dgm:pt>
    <dgm:pt modelId="{6294375E-ACC2-4FFE-8A91-40EC39BDF251}">
      <dgm:prSet phldrT="[Text]" phldr="0"/>
      <dgm:spPr/>
      <dgm:t>
        <a:bodyPr/>
        <a:lstStyle/>
        <a:p>
          <a:r>
            <a:rPr lang="en-US"/>
            <a:t>8. </a:t>
          </a:r>
          <a:r>
            <a:rPr lang="en-US" b="1"/>
            <a:t>VOICE</a:t>
          </a:r>
          <a:endParaRPr lang="en-IN" b="1"/>
        </a:p>
      </dgm:t>
    </dgm:pt>
    <dgm:pt modelId="{5C3AE198-C80B-4434-BBAD-D76BA4D32019}" type="parTrans" cxnId="{C5713698-2691-465F-9C36-F45F405CFE7D}">
      <dgm:prSet/>
      <dgm:spPr/>
      <dgm:t>
        <a:bodyPr/>
        <a:lstStyle/>
        <a:p>
          <a:endParaRPr lang="en-IN"/>
        </a:p>
      </dgm:t>
    </dgm:pt>
    <dgm:pt modelId="{6C62E223-4428-496A-92BC-EAFB0121F633}" type="sibTrans" cxnId="{C5713698-2691-465F-9C36-F45F405CFE7D}">
      <dgm:prSet/>
      <dgm:spPr/>
      <dgm:t>
        <a:bodyPr/>
        <a:lstStyle/>
        <a:p>
          <a:endParaRPr lang="en-IN"/>
        </a:p>
      </dgm:t>
    </dgm:pt>
    <dgm:pt modelId="{8B5F51B0-B49C-4E31-85F6-688B878AB245}" type="pres">
      <dgm:prSet presAssocID="{C04F2C3B-0836-4165-8488-7BB48035B0C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234B54-857C-4875-ABA9-901D9FAAA445}" type="pres">
      <dgm:prSet presAssocID="{87AE47F4-749E-4898-8EB6-C2C35D82C561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AB04FB-994C-47F8-B380-6F99E87F25DF}" type="pres">
      <dgm:prSet presAssocID="{1304EF85-F7B5-498F-870D-A28DE69CEE89}" presName="sibTrans" presStyleLbl="sibTrans2D1" presStyleIdx="0" presStyleCnt="7"/>
      <dgm:spPr/>
      <dgm:t>
        <a:bodyPr/>
        <a:lstStyle/>
        <a:p>
          <a:endParaRPr lang="en-US"/>
        </a:p>
      </dgm:t>
    </dgm:pt>
    <dgm:pt modelId="{F7874818-95FD-41F9-AD40-A8A042ECC077}" type="pres">
      <dgm:prSet presAssocID="{1304EF85-F7B5-498F-870D-A28DE69CEE89}" presName="connectorText" presStyleLbl="sibTrans2D1" presStyleIdx="0" presStyleCnt="7"/>
      <dgm:spPr/>
      <dgm:t>
        <a:bodyPr/>
        <a:lstStyle/>
        <a:p>
          <a:endParaRPr lang="en-US"/>
        </a:p>
      </dgm:t>
    </dgm:pt>
    <dgm:pt modelId="{4A5CE4B6-A6F8-48D7-A81A-CC12D9401A59}" type="pres">
      <dgm:prSet presAssocID="{C8A2D750-3156-43B9-BC82-DF8E0C722C8D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220A08-B3F9-483E-9F62-A073F01D3AA3}" type="pres">
      <dgm:prSet presAssocID="{BAB889A5-464E-47EE-8AC9-352A6AB51F00}" presName="sibTrans" presStyleLbl="sibTrans2D1" presStyleIdx="1" presStyleCnt="7"/>
      <dgm:spPr/>
      <dgm:t>
        <a:bodyPr/>
        <a:lstStyle/>
        <a:p>
          <a:endParaRPr lang="en-US"/>
        </a:p>
      </dgm:t>
    </dgm:pt>
    <dgm:pt modelId="{39602AB5-B9FD-4E93-81EA-CD4B6B9DE335}" type="pres">
      <dgm:prSet presAssocID="{BAB889A5-464E-47EE-8AC9-352A6AB51F00}" presName="connectorText" presStyleLbl="sibTrans2D1" presStyleIdx="1" presStyleCnt="7"/>
      <dgm:spPr/>
      <dgm:t>
        <a:bodyPr/>
        <a:lstStyle/>
        <a:p>
          <a:endParaRPr lang="en-US"/>
        </a:p>
      </dgm:t>
    </dgm:pt>
    <dgm:pt modelId="{63F8F9E3-43DD-4769-8BB4-754FD0E5FEBD}" type="pres">
      <dgm:prSet presAssocID="{53B0BE2F-097A-459D-8BD2-52A389BD9BDD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CC57AF-D183-49C0-9DC7-CCF782EB7167}" type="pres">
      <dgm:prSet presAssocID="{635FA7A3-8B3F-4371-80AC-2C97F7CAA1D7}" presName="sibTrans" presStyleLbl="sibTrans2D1" presStyleIdx="2" presStyleCnt="7"/>
      <dgm:spPr/>
      <dgm:t>
        <a:bodyPr/>
        <a:lstStyle/>
        <a:p>
          <a:endParaRPr lang="en-US"/>
        </a:p>
      </dgm:t>
    </dgm:pt>
    <dgm:pt modelId="{4BF155CB-9D83-4D86-BD57-2E6CFADDF34A}" type="pres">
      <dgm:prSet presAssocID="{635FA7A3-8B3F-4371-80AC-2C97F7CAA1D7}" presName="connectorText" presStyleLbl="sibTrans2D1" presStyleIdx="2" presStyleCnt="7"/>
      <dgm:spPr/>
      <dgm:t>
        <a:bodyPr/>
        <a:lstStyle/>
        <a:p>
          <a:endParaRPr lang="en-US"/>
        </a:p>
      </dgm:t>
    </dgm:pt>
    <dgm:pt modelId="{208AB340-6642-46C3-9F60-985CF6CD1CCC}" type="pres">
      <dgm:prSet presAssocID="{5C6E773D-4CDF-4CDC-85E7-21C39EE3401C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1810B8-9C30-442F-A3C8-FAE4C7BAE541}" type="pres">
      <dgm:prSet presAssocID="{AF312CC6-3975-43A2-9122-D353CD3544E4}" presName="sibTrans" presStyleLbl="sibTrans2D1" presStyleIdx="3" presStyleCnt="7"/>
      <dgm:spPr/>
      <dgm:t>
        <a:bodyPr/>
        <a:lstStyle/>
        <a:p>
          <a:endParaRPr lang="en-US"/>
        </a:p>
      </dgm:t>
    </dgm:pt>
    <dgm:pt modelId="{48261CF6-22A3-47FB-B5CF-34CC0D14A7F7}" type="pres">
      <dgm:prSet presAssocID="{AF312CC6-3975-43A2-9122-D353CD3544E4}" presName="connectorText" presStyleLbl="sibTrans2D1" presStyleIdx="3" presStyleCnt="7"/>
      <dgm:spPr/>
      <dgm:t>
        <a:bodyPr/>
        <a:lstStyle/>
        <a:p>
          <a:endParaRPr lang="en-US"/>
        </a:p>
      </dgm:t>
    </dgm:pt>
    <dgm:pt modelId="{EC49375E-5F81-4C75-90C0-F5ECCF0B9392}" type="pres">
      <dgm:prSet presAssocID="{1E2C9652-7388-40D3-88DB-70E666A9D108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7AD21C-496C-4B21-AA86-F151EBD86152}" type="pres">
      <dgm:prSet presAssocID="{027A67A2-1E5C-4CED-AB49-57E63C71AAA3}" presName="sibTrans" presStyleLbl="sibTrans2D1" presStyleIdx="4" presStyleCnt="7"/>
      <dgm:spPr/>
      <dgm:t>
        <a:bodyPr/>
        <a:lstStyle/>
        <a:p>
          <a:endParaRPr lang="en-US"/>
        </a:p>
      </dgm:t>
    </dgm:pt>
    <dgm:pt modelId="{7A6112D8-F720-45BB-B4CE-94050B1C52DA}" type="pres">
      <dgm:prSet presAssocID="{027A67A2-1E5C-4CED-AB49-57E63C71AAA3}" presName="connectorText" presStyleLbl="sibTrans2D1" presStyleIdx="4" presStyleCnt="7"/>
      <dgm:spPr/>
      <dgm:t>
        <a:bodyPr/>
        <a:lstStyle/>
        <a:p>
          <a:endParaRPr lang="en-US"/>
        </a:p>
      </dgm:t>
    </dgm:pt>
    <dgm:pt modelId="{63C68D28-14FF-41B6-9AC0-01D7F373583C}" type="pres">
      <dgm:prSet presAssocID="{77BFCF9C-25CC-4AF1-8294-F813D5C1DCED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8397C8-503A-4E32-93F3-6D5DC4D51677}" type="pres">
      <dgm:prSet presAssocID="{029D382E-3153-49F5-B6BB-415D679BE9D9}" presName="sibTrans" presStyleLbl="sibTrans2D1" presStyleIdx="5" presStyleCnt="7"/>
      <dgm:spPr/>
      <dgm:t>
        <a:bodyPr/>
        <a:lstStyle/>
        <a:p>
          <a:endParaRPr lang="en-US"/>
        </a:p>
      </dgm:t>
    </dgm:pt>
    <dgm:pt modelId="{24B79407-44C6-43D3-BD8F-22C7354BDACE}" type="pres">
      <dgm:prSet presAssocID="{029D382E-3153-49F5-B6BB-415D679BE9D9}" presName="connectorText" presStyleLbl="sibTrans2D1" presStyleIdx="5" presStyleCnt="7"/>
      <dgm:spPr/>
      <dgm:t>
        <a:bodyPr/>
        <a:lstStyle/>
        <a:p>
          <a:endParaRPr lang="en-US"/>
        </a:p>
      </dgm:t>
    </dgm:pt>
    <dgm:pt modelId="{9E89A8EF-E545-4D15-BD64-7AAB714D66E6}" type="pres">
      <dgm:prSet presAssocID="{B9C9AE08-0726-43F3-8E8C-075E6F77944E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B60AB9-442F-480A-B910-96D91E517C96}" type="pres">
      <dgm:prSet presAssocID="{A4045AD3-4066-4A6E-AABD-8BCB907A4674}" presName="sibTrans" presStyleLbl="sibTrans2D1" presStyleIdx="6" presStyleCnt="7"/>
      <dgm:spPr/>
      <dgm:t>
        <a:bodyPr/>
        <a:lstStyle/>
        <a:p>
          <a:endParaRPr lang="en-US"/>
        </a:p>
      </dgm:t>
    </dgm:pt>
    <dgm:pt modelId="{1737B1A2-7AE9-492E-B30E-2AD74DF66B51}" type="pres">
      <dgm:prSet presAssocID="{A4045AD3-4066-4A6E-AABD-8BCB907A4674}" presName="connectorText" presStyleLbl="sibTrans2D1" presStyleIdx="6" presStyleCnt="7"/>
      <dgm:spPr/>
      <dgm:t>
        <a:bodyPr/>
        <a:lstStyle/>
        <a:p>
          <a:endParaRPr lang="en-US"/>
        </a:p>
      </dgm:t>
    </dgm:pt>
    <dgm:pt modelId="{22DD0D5E-D6BA-4E86-85F6-23818EF9CF5A}" type="pres">
      <dgm:prSet presAssocID="{6294375E-ACC2-4FFE-8A91-40EC39BDF251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BC9A06-D88C-46F7-AFD5-94B475A80239}" srcId="{C04F2C3B-0836-4165-8488-7BB48035B0C4}" destId="{C8A2D750-3156-43B9-BC82-DF8E0C722C8D}" srcOrd="1" destOrd="0" parTransId="{71A36A7F-EFCB-4FCD-BE41-CE5D01F5EE32}" sibTransId="{BAB889A5-464E-47EE-8AC9-352A6AB51F00}"/>
    <dgm:cxn modelId="{C6B6B545-53F6-442C-B306-C969331C5285}" type="presOf" srcId="{53B0BE2F-097A-459D-8BD2-52A389BD9BDD}" destId="{63F8F9E3-43DD-4769-8BB4-754FD0E5FEBD}" srcOrd="0" destOrd="0" presId="urn:microsoft.com/office/officeart/2005/8/layout/process1"/>
    <dgm:cxn modelId="{E14F0F3A-4FF1-4841-BBC2-FEBECD2F8B88}" type="presOf" srcId="{027A67A2-1E5C-4CED-AB49-57E63C71AAA3}" destId="{317AD21C-496C-4B21-AA86-F151EBD86152}" srcOrd="0" destOrd="0" presId="urn:microsoft.com/office/officeart/2005/8/layout/process1"/>
    <dgm:cxn modelId="{6F0ED19C-C201-4483-863F-5A792DEAF206}" type="presOf" srcId="{BAB889A5-464E-47EE-8AC9-352A6AB51F00}" destId="{39602AB5-B9FD-4E93-81EA-CD4B6B9DE335}" srcOrd="1" destOrd="0" presId="urn:microsoft.com/office/officeart/2005/8/layout/process1"/>
    <dgm:cxn modelId="{B5CF7DC3-E106-41F1-A0DB-3B6241D06DDA}" srcId="{C04F2C3B-0836-4165-8488-7BB48035B0C4}" destId="{87AE47F4-749E-4898-8EB6-C2C35D82C561}" srcOrd="0" destOrd="0" parTransId="{0F130EC0-895D-4797-BCB0-9D9480DBD756}" sibTransId="{1304EF85-F7B5-498F-870D-A28DE69CEE89}"/>
    <dgm:cxn modelId="{0A92918E-00C6-428F-9DF8-23272E697A47}" type="presOf" srcId="{1E2C9652-7388-40D3-88DB-70E666A9D108}" destId="{EC49375E-5F81-4C75-90C0-F5ECCF0B9392}" srcOrd="0" destOrd="0" presId="urn:microsoft.com/office/officeart/2005/8/layout/process1"/>
    <dgm:cxn modelId="{3402F791-61CD-4400-9B7D-1299A82221A0}" type="presOf" srcId="{5C6E773D-4CDF-4CDC-85E7-21C39EE3401C}" destId="{208AB340-6642-46C3-9F60-985CF6CD1CCC}" srcOrd="0" destOrd="0" presId="urn:microsoft.com/office/officeart/2005/8/layout/process1"/>
    <dgm:cxn modelId="{AEC8A107-31B2-4CBF-BBD2-10165D43AD74}" type="presOf" srcId="{A4045AD3-4066-4A6E-AABD-8BCB907A4674}" destId="{7BB60AB9-442F-480A-B910-96D91E517C96}" srcOrd="0" destOrd="0" presId="urn:microsoft.com/office/officeart/2005/8/layout/process1"/>
    <dgm:cxn modelId="{A9BDBC1A-7CF4-416A-8642-9C5F6C701273}" type="presOf" srcId="{77BFCF9C-25CC-4AF1-8294-F813D5C1DCED}" destId="{63C68D28-14FF-41B6-9AC0-01D7F373583C}" srcOrd="0" destOrd="0" presId="urn:microsoft.com/office/officeart/2005/8/layout/process1"/>
    <dgm:cxn modelId="{071CFB61-AB72-48D5-A292-5327526D2490}" srcId="{C04F2C3B-0836-4165-8488-7BB48035B0C4}" destId="{53B0BE2F-097A-459D-8BD2-52A389BD9BDD}" srcOrd="2" destOrd="0" parTransId="{83BC577F-65F3-46F4-84FE-AF0EBAF07ABF}" sibTransId="{635FA7A3-8B3F-4371-80AC-2C97F7CAA1D7}"/>
    <dgm:cxn modelId="{9A8E5AD5-DAF5-47DE-A775-D99EBEAA8D1F}" type="presOf" srcId="{C04F2C3B-0836-4165-8488-7BB48035B0C4}" destId="{8B5F51B0-B49C-4E31-85F6-688B878AB245}" srcOrd="0" destOrd="0" presId="urn:microsoft.com/office/officeart/2005/8/layout/process1"/>
    <dgm:cxn modelId="{A2E155D5-797F-41B8-A4A9-9D3F95400C71}" srcId="{C04F2C3B-0836-4165-8488-7BB48035B0C4}" destId="{B9C9AE08-0726-43F3-8E8C-075E6F77944E}" srcOrd="6" destOrd="0" parTransId="{5558D694-EB12-47C7-9991-C67450D541EC}" sibTransId="{A4045AD3-4066-4A6E-AABD-8BCB907A4674}"/>
    <dgm:cxn modelId="{A5947BC8-73F7-413D-A969-D9CAAFBCD8C5}" type="presOf" srcId="{635FA7A3-8B3F-4371-80AC-2C97F7CAA1D7}" destId="{4BF155CB-9D83-4D86-BD57-2E6CFADDF34A}" srcOrd="1" destOrd="0" presId="urn:microsoft.com/office/officeart/2005/8/layout/process1"/>
    <dgm:cxn modelId="{489C2B87-7899-4DC3-B7A2-26AD23837B19}" type="presOf" srcId="{C8A2D750-3156-43B9-BC82-DF8E0C722C8D}" destId="{4A5CE4B6-A6F8-48D7-A81A-CC12D9401A59}" srcOrd="0" destOrd="0" presId="urn:microsoft.com/office/officeart/2005/8/layout/process1"/>
    <dgm:cxn modelId="{A9AA066B-FA10-4A6C-9A7F-B83662A48159}" srcId="{C04F2C3B-0836-4165-8488-7BB48035B0C4}" destId="{5C6E773D-4CDF-4CDC-85E7-21C39EE3401C}" srcOrd="3" destOrd="0" parTransId="{B29105F6-9903-4C65-BBA4-A352869154A0}" sibTransId="{AF312CC6-3975-43A2-9122-D353CD3544E4}"/>
    <dgm:cxn modelId="{5CBFEBCB-DC86-414D-B2A1-AF17898351E4}" type="presOf" srcId="{B9C9AE08-0726-43F3-8E8C-075E6F77944E}" destId="{9E89A8EF-E545-4D15-BD64-7AAB714D66E6}" srcOrd="0" destOrd="0" presId="urn:microsoft.com/office/officeart/2005/8/layout/process1"/>
    <dgm:cxn modelId="{1356350C-5210-45B8-9069-79A403739F26}" type="presOf" srcId="{029D382E-3153-49F5-B6BB-415D679BE9D9}" destId="{438397C8-503A-4E32-93F3-6D5DC4D51677}" srcOrd="0" destOrd="0" presId="urn:microsoft.com/office/officeart/2005/8/layout/process1"/>
    <dgm:cxn modelId="{8B2B07C8-4FAE-4682-BC44-96CAB8ADC6CB}" type="presOf" srcId="{6294375E-ACC2-4FFE-8A91-40EC39BDF251}" destId="{22DD0D5E-D6BA-4E86-85F6-23818EF9CF5A}" srcOrd="0" destOrd="0" presId="urn:microsoft.com/office/officeart/2005/8/layout/process1"/>
    <dgm:cxn modelId="{85259048-FA39-4285-9802-CDF49ADDD0F8}" type="presOf" srcId="{A4045AD3-4066-4A6E-AABD-8BCB907A4674}" destId="{1737B1A2-7AE9-492E-B30E-2AD74DF66B51}" srcOrd="1" destOrd="0" presId="urn:microsoft.com/office/officeart/2005/8/layout/process1"/>
    <dgm:cxn modelId="{F1DE890F-2223-4CF9-A72F-BB47F7D88525}" type="presOf" srcId="{BAB889A5-464E-47EE-8AC9-352A6AB51F00}" destId="{D2220A08-B3F9-483E-9F62-A073F01D3AA3}" srcOrd="0" destOrd="0" presId="urn:microsoft.com/office/officeart/2005/8/layout/process1"/>
    <dgm:cxn modelId="{13A93654-1B14-48F4-8E25-F2A14F143F0A}" type="presOf" srcId="{AF312CC6-3975-43A2-9122-D353CD3544E4}" destId="{48261CF6-22A3-47FB-B5CF-34CC0D14A7F7}" srcOrd="1" destOrd="0" presId="urn:microsoft.com/office/officeart/2005/8/layout/process1"/>
    <dgm:cxn modelId="{C5713698-2691-465F-9C36-F45F405CFE7D}" srcId="{C04F2C3B-0836-4165-8488-7BB48035B0C4}" destId="{6294375E-ACC2-4FFE-8A91-40EC39BDF251}" srcOrd="7" destOrd="0" parTransId="{5C3AE198-C80B-4434-BBAD-D76BA4D32019}" sibTransId="{6C62E223-4428-496A-92BC-EAFB0121F633}"/>
    <dgm:cxn modelId="{DE070F82-4C1F-4598-85F0-53749BD3CB5E}" srcId="{C04F2C3B-0836-4165-8488-7BB48035B0C4}" destId="{77BFCF9C-25CC-4AF1-8294-F813D5C1DCED}" srcOrd="5" destOrd="0" parTransId="{A146CB65-6BA3-4CC9-A37E-1EF611AA5D46}" sibTransId="{029D382E-3153-49F5-B6BB-415D679BE9D9}"/>
    <dgm:cxn modelId="{EE6C21C0-C814-4A18-8A7D-D8F461A1E277}" type="presOf" srcId="{029D382E-3153-49F5-B6BB-415D679BE9D9}" destId="{24B79407-44C6-43D3-BD8F-22C7354BDACE}" srcOrd="1" destOrd="0" presId="urn:microsoft.com/office/officeart/2005/8/layout/process1"/>
    <dgm:cxn modelId="{32C82BEF-6F10-4E55-A7BC-84A0296CBB0C}" srcId="{C04F2C3B-0836-4165-8488-7BB48035B0C4}" destId="{1E2C9652-7388-40D3-88DB-70E666A9D108}" srcOrd="4" destOrd="0" parTransId="{6F851B53-666D-4C66-A5CC-C143F6187A3D}" sibTransId="{027A67A2-1E5C-4CED-AB49-57E63C71AAA3}"/>
    <dgm:cxn modelId="{BCED3DE4-CAA5-4DD7-9043-DF37AC26C5AB}" type="presOf" srcId="{AF312CC6-3975-43A2-9122-D353CD3544E4}" destId="{B01810B8-9C30-442F-A3C8-FAE4C7BAE541}" srcOrd="0" destOrd="0" presId="urn:microsoft.com/office/officeart/2005/8/layout/process1"/>
    <dgm:cxn modelId="{1EDF664B-62CC-44C0-82DA-77AA8DD99025}" type="presOf" srcId="{87AE47F4-749E-4898-8EB6-C2C35D82C561}" destId="{1B234B54-857C-4875-ABA9-901D9FAAA445}" srcOrd="0" destOrd="0" presId="urn:microsoft.com/office/officeart/2005/8/layout/process1"/>
    <dgm:cxn modelId="{A2716E04-5C02-494E-A847-0AE11F57D22B}" type="presOf" srcId="{1304EF85-F7B5-498F-870D-A28DE69CEE89}" destId="{F7874818-95FD-41F9-AD40-A8A042ECC077}" srcOrd="1" destOrd="0" presId="urn:microsoft.com/office/officeart/2005/8/layout/process1"/>
    <dgm:cxn modelId="{3D08816A-0A8D-4F8E-B5B0-77F094871B9B}" type="presOf" srcId="{1304EF85-F7B5-498F-870D-A28DE69CEE89}" destId="{66AB04FB-994C-47F8-B380-6F99E87F25DF}" srcOrd="0" destOrd="0" presId="urn:microsoft.com/office/officeart/2005/8/layout/process1"/>
    <dgm:cxn modelId="{4AAAD981-78C4-4947-ABE5-60C2E0F3BDEB}" type="presOf" srcId="{635FA7A3-8B3F-4371-80AC-2C97F7CAA1D7}" destId="{D0CC57AF-D183-49C0-9DC7-CCF782EB7167}" srcOrd="0" destOrd="0" presId="urn:microsoft.com/office/officeart/2005/8/layout/process1"/>
    <dgm:cxn modelId="{A51D660C-2179-4B0D-A37C-998F9A30169A}" type="presOf" srcId="{027A67A2-1E5C-4CED-AB49-57E63C71AAA3}" destId="{7A6112D8-F720-45BB-B4CE-94050B1C52DA}" srcOrd="1" destOrd="0" presId="urn:microsoft.com/office/officeart/2005/8/layout/process1"/>
    <dgm:cxn modelId="{46FBA908-94F5-4A6A-A8F6-617E4577A48B}" type="presParOf" srcId="{8B5F51B0-B49C-4E31-85F6-688B878AB245}" destId="{1B234B54-857C-4875-ABA9-901D9FAAA445}" srcOrd="0" destOrd="0" presId="urn:microsoft.com/office/officeart/2005/8/layout/process1"/>
    <dgm:cxn modelId="{A08811A8-D552-4B13-A502-1122662A62BF}" type="presParOf" srcId="{8B5F51B0-B49C-4E31-85F6-688B878AB245}" destId="{66AB04FB-994C-47F8-B380-6F99E87F25DF}" srcOrd="1" destOrd="0" presId="urn:microsoft.com/office/officeart/2005/8/layout/process1"/>
    <dgm:cxn modelId="{19F01967-57A3-4EE0-B41C-4E4B14494161}" type="presParOf" srcId="{66AB04FB-994C-47F8-B380-6F99E87F25DF}" destId="{F7874818-95FD-41F9-AD40-A8A042ECC077}" srcOrd="0" destOrd="0" presId="urn:microsoft.com/office/officeart/2005/8/layout/process1"/>
    <dgm:cxn modelId="{882A9481-2EAE-4865-9DB8-A0A8A7E9A237}" type="presParOf" srcId="{8B5F51B0-B49C-4E31-85F6-688B878AB245}" destId="{4A5CE4B6-A6F8-48D7-A81A-CC12D9401A59}" srcOrd="2" destOrd="0" presId="urn:microsoft.com/office/officeart/2005/8/layout/process1"/>
    <dgm:cxn modelId="{31D75C61-5E97-4803-92C7-1AB824C7DB14}" type="presParOf" srcId="{8B5F51B0-B49C-4E31-85F6-688B878AB245}" destId="{D2220A08-B3F9-483E-9F62-A073F01D3AA3}" srcOrd="3" destOrd="0" presId="urn:microsoft.com/office/officeart/2005/8/layout/process1"/>
    <dgm:cxn modelId="{C05298C3-D84D-4399-BF83-8C0671B08846}" type="presParOf" srcId="{D2220A08-B3F9-483E-9F62-A073F01D3AA3}" destId="{39602AB5-B9FD-4E93-81EA-CD4B6B9DE335}" srcOrd="0" destOrd="0" presId="urn:microsoft.com/office/officeart/2005/8/layout/process1"/>
    <dgm:cxn modelId="{C54FBF06-F3A4-4F9A-A670-02AD0BB77418}" type="presParOf" srcId="{8B5F51B0-B49C-4E31-85F6-688B878AB245}" destId="{63F8F9E3-43DD-4769-8BB4-754FD0E5FEBD}" srcOrd="4" destOrd="0" presId="urn:microsoft.com/office/officeart/2005/8/layout/process1"/>
    <dgm:cxn modelId="{B4FC63D3-3F08-4E31-98EE-045644605450}" type="presParOf" srcId="{8B5F51B0-B49C-4E31-85F6-688B878AB245}" destId="{D0CC57AF-D183-49C0-9DC7-CCF782EB7167}" srcOrd="5" destOrd="0" presId="urn:microsoft.com/office/officeart/2005/8/layout/process1"/>
    <dgm:cxn modelId="{C3BB96AC-055C-492F-AC04-DE43F0A5C802}" type="presParOf" srcId="{D0CC57AF-D183-49C0-9DC7-CCF782EB7167}" destId="{4BF155CB-9D83-4D86-BD57-2E6CFADDF34A}" srcOrd="0" destOrd="0" presId="urn:microsoft.com/office/officeart/2005/8/layout/process1"/>
    <dgm:cxn modelId="{8EC2EC8E-293F-46F4-9DD4-2F12FDE24747}" type="presParOf" srcId="{8B5F51B0-B49C-4E31-85F6-688B878AB245}" destId="{208AB340-6642-46C3-9F60-985CF6CD1CCC}" srcOrd="6" destOrd="0" presId="urn:microsoft.com/office/officeart/2005/8/layout/process1"/>
    <dgm:cxn modelId="{B11377AF-1517-48B2-8350-D6E180992BFD}" type="presParOf" srcId="{8B5F51B0-B49C-4E31-85F6-688B878AB245}" destId="{B01810B8-9C30-442F-A3C8-FAE4C7BAE541}" srcOrd="7" destOrd="0" presId="urn:microsoft.com/office/officeart/2005/8/layout/process1"/>
    <dgm:cxn modelId="{711F4AB9-A08A-4A80-8A30-A84670259B20}" type="presParOf" srcId="{B01810B8-9C30-442F-A3C8-FAE4C7BAE541}" destId="{48261CF6-22A3-47FB-B5CF-34CC0D14A7F7}" srcOrd="0" destOrd="0" presId="urn:microsoft.com/office/officeart/2005/8/layout/process1"/>
    <dgm:cxn modelId="{C988E94D-F140-4F6F-8C38-F9DEC50D0207}" type="presParOf" srcId="{8B5F51B0-B49C-4E31-85F6-688B878AB245}" destId="{EC49375E-5F81-4C75-90C0-F5ECCF0B9392}" srcOrd="8" destOrd="0" presId="urn:microsoft.com/office/officeart/2005/8/layout/process1"/>
    <dgm:cxn modelId="{51AC1FF9-B6C2-4CC6-AAEC-C83D3077993B}" type="presParOf" srcId="{8B5F51B0-B49C-4E31-85F6-688B878AB245}" destId="{317AD21C-496C-4B21-AA86-F151EBD86152}" srcOrd="9" destOrd="0" presId="urn:microsoft.com/office/officeart/2005/8/layout/process1"/>
    <dgm:cxn modelId="{5343C9EE-30D6-4A1E-8212-0EE8C3E1FDFC}" type="presParOf" srcId="{317AD21C-496C-4B21-AA86-F151EBD86152}" destId="{7A6112D8-F720-45BB-B4CE-94050B1C52DA}" srcOrd="0" destOrd="0" presId="urn:microsoft.com/office/officeart/2005/8/layout/process1"/>
    <dgm:cxn modelId="{FAC71D3F-49DF-4921-8624-FC4011584F02}" type="presParOf" srcId="{8B5F51B0-B49C-4E31-85F6-688B878AB245}" destId="{63C68D28-14FF-41B6-9AC0-01D7F373583C}" srcOrd="10" destOrd="0" presId="urn:microsoft.com/office/officeart/2005/8/layout/process1"/>
    <dgm:cxn modelId="{9F6F442A-2EC2-416C-B28E-4DEEAFCFB5A2}" type="presParOf" srcId="{8B5F51B0-B49C-4E31-85F6-688B878AB245}" destId="{438397C8-503A-4E32-93F3-6D5DC4D51677}" srcOrd="11" destOrd="0" presId="urn:microsoft.com/office/officeart/2005/8/layout/process1"/>
    <dgm:cxn modelId="{31C7CC4E-6D60-4616-A247-F3FCB6B7CF84}" type="presParOf" srcId="{438397C8-503A-4E32-93F3-6D5DC4D51677}" destId="{24B79407-44C6-43D3-BD8F-22C7354BDACE}" srcOrd="0" destOrd="0" presId="urn:microsoft.com/office/officeart/2005/8/layout/process1"/>
    <dgm:cxn modelId="{562BC1B5-6D59-42D0-83B9-E02FB283F22C}" type="presParOf" srcId="{8B5F51B0-B49C-4E31-85F6-688B878AB245}" destId="{9E89A8EF-E545-4D15-BD64-7AAB714D66E6}" srcOrd="12" destOrd="0" presId="urn:microsoft.com/office/officeart/2005/8/layout/process1"/>
    <dgm:cxn modelId="{78E690C9-CF42-491F-AF3E-59A2F4B6231D}" type="presParOf" srcId="{8B5F51B0-B49C-4E31-85F6-688B878AB245}" destId="{7BB60AB9-442F-480A-B910-96D91E517C96}" srcOrd="13" destOrd="0" presId="urn:microsoft.com/office/officeart/2005/8/layout/process1"/>
    <dgm:cxn modelId="{0A52ADC1-D0CE-4151-87C5-1A8DDFD3C311}" type="presParOf" srcId="{7BB60AB9-442F-480A-B910-96D91E517C96}" destId="{1737B1A2-7AE9-492E-B30E-2AD74DF66B51}" srcOrd="0" destOrd="0" presId="urn:microsoft.com/office/officeart/2005/8/layout/process1"/>
    <dgm:cxn modelId="{BF552A41-D688-4D7F-81AE-EF708172929B}" type="presParOf" srcId="{8B5F51B0-B49C-4E31-85F6-688B878AB245}" destId="{22DD0D5E-D6BA-4E86-85F6-23818EF9CF5A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58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272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C1F8589-B640-4540-D0AD-2B0461CD3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1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D144482-F463-E942-01AE-69DF54F417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54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A7765164-0D02-5316-1845-119CB0111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1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xmlns="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7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96A5A591-C2D3-D6A3-432F-2C1371951C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59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xmlns="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565070F-FB67-7572-2807-986A255376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45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xmlns="" id="{E4B52E79-E470-1B1A-EADF-94DA7253B32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4C1AE97-7274-F222-2135-C3524958A8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23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9954F329-E63B-9F25-4E06-2E98A6453D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75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7547F2C9-46DC-B902-E883-CE0360E6DD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19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xmlns="" id="{6FB7CB50-241E-E6B6-1C0E-1B5466B147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xmlns="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363871FB-7459-8C2E-BA80-AD31AE855A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xmlns="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7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xmlns="" id="{5189CF27-6D02-DB0D-F5D1-1535F147916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xmlns="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7D906524-8E7E-05A8-4F9E-A2C39750A3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xmlns="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11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4D039FC6-F740-7D02-FD07-5B1B076DCE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xmlns="" id="{61964118-5CFA-FFA8-E19F-A107D63DDC0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4455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B84581EB-7A5A-925D-6E20-5C04A0EAA2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xmlns="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5521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36A796DD-1556-39E2-B5E4-90C1C2459D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6240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xmlns="" id="{2A43D9F3-C10E-5B48-BB59-16A8600BD36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xmlns="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C9A12B08-97E1-66BD-9B69-377E285127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xmlns="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8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4C699AE1-DA01-C4DA-C5BE-8DD9BE13F6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69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FB0BF8A-7D94-1C82-F661-F1B7A93A43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47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xmlns="" id="{9ADE1102-BF4C-FC7C-22F6-B8453DE3B19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xmlns="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FigureOut">
              <a:rPr lang="en-US" dirty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B1322A97-1C32-A52E-951B-60B114B307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6981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EA84DB20-94E7-1E79-B65B-67C6158DB1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03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7F2505C-CAED-34DC-7CD1-C57ADBBF98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284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xmlns="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2949BEA-90AC-BE5F-28A7-80D65BD19B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92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B20CA7A-449A-6AC2-BFC5-17AF5007E7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531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DA35A86-E7F6-6593-119D-A6DC85581F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320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28CF7AFD-0570-B046-A2C2-3EFA873546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221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18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xmlns="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6DCA1022-3377-EB7D-8261-EDD841636B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84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xmlns="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C829929-F774-AF4E-F1BE-2DA3C43D0D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607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092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48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9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hyperlink" Target="https://github.com/gyanendraakshatriya/SIH-" TargetMode="External"/><Relationship Id="rId4" Type="http://schemas.openxmlformats.org/officeDocument/2006/relationships/image" Target="../media/image14.jpeg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921988" y="106718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7998314" y="2132824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1767700" y="542425"/>
            <a:ext cx="84072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2023550" y="826723"/>
            <a:ext cx="6956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74335" y="1111437"/>
            <a:ext cx="7084676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lang="en-US" sz="2400" b="1" dirty="0">
                <a:solidFill>
                  <a:srgbClr val="002060"/>
                </a:solidFill>
                <a:sym typeface="Arial"/>
              </a:rPr>
              <a:t>SIH26045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lang="en-US" sz="2400" b="1" dirty="0">
                <a:solidFill>
                  <a:schemeClr val="dk1"/>
                </a:solidFill>
              </a:rPr>
              <a:t>Title- </a:t>
            </a:r>
            <a:r>
              <a:rPr lang="en-US" sz="2400" b="1" dirty="0">
                <a:solidFill>
                  <a:srgbClr val="002060"/>
                </a:solidFill>
              </a:rPr>
              <a:t>IP-SAKTI </a:t>
            </a:r>
            <a:r>
              <a:rPr lang="en-US" sz="2400" b="1" dirty="0" err="1">
                <a:solidFill>
                  <a:srgbClr val="002060"/>
                </a:solidFill>
              </a:rPr>
              <a:t>Sahayak</a:t>
            </a:r>
            <a:r>
              <a:rPr lang="en-US" sz="2400" b="1" dirty="0">
                <a:solidFill>
                  <a:srgbClr val="002060"/>
                </a:solidFill>
              </a:rPr>
              <a:t> a multilingual AI assistant </a:t>
            </a: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</a:rPr>
              <a:t>MedTech</a:t>
            </a:r>
            <a:r>
              <a:rPr lang="en-US" sz="2400" b="1" dirty="0" smtClean="0">
                <a:solidFill>
                  <a:srgbClr val="002060"/>
                </a:solidFill>
              </a:rPr>
              <a:t>/</a:t>
            </a:r>
            <a:r>
              <a:rPr lang="en-US" sz="2400" b="1" dirty="0" err="1" smtClean="0">
                <a:solidFill>
                  <a:srgbClr val="002060"/>
                </a:solidFill>
              </a:rPr>
              <a:t>BioTech</a:t>
            </a:r>
            <a:r>
              <a:rPr lang="en-US" sz="2400" b="1" dirty="0" smtClean="0">
                <a:solidFill>
                  <a:srgbClr val="002060"/>
                </a:solidFill>
              </a:rPr>
              <a:t>/</a:t>
            </a:r>
            <a:r>
              <a:rPr lang="en-US" sz="2400" b="1" dirty="0" err="1" smtClean="0">
                <a:solidFill>
                  <a:srgbClr val="002060"/>
                </a:solidFill>
              </a:rPr>
              <a:t>HealthTech</a:t>
            </a:r>
            <a:endParaRPr lang="en-US" sz="2400" b="1" dirty="0">
              <a:solidFill>
                <a:srgbClr val="002060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400" b="1" dirty="0" smtClean="0">
                <a:solidFill>
                  <a:srgbClr val="002060"/>
                </a:solidFill>
                <a:sym typeface="Arial"/>
              </a:rPr>
              <a:t>Software</a:t>
            </a:r>
            <a:endParaRPr dirty="0">
              <a:solidFill>
                <a:srgbClr val="002060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125796</a:t>
            </a:r>
            <a:endParaRPr dirty="0">
              <a:solidFill>
                <a:srgbClr val="002060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- </a:t>
            </a:r>
            <a:r>
              <a:rPr lang="en-US" sz="2400" b="1" dirty="0">
                <a:solidFill>
                  <a:srgbClr val="002060"/>
                </a:solidFill>
              </a:rPr>
              <a:t>SIH BEGINNERS </a:t>
            </a: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502"/>
            <a:ext cx="2166730" cy="85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7B6AE10-9595-F047-969F-43BA4C0758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</a:t>
            </a:fld>
            <a:endParaRPr lang="en-US"/>
          </a:p>
        </p:txBody>
      </p:sp>
      <p:pic>
        <p:nvPicPr>
          <p:cNvPr id="4" name="Google Shape;108;p14">
            <a:extLst>
              <a:ext uri="{FF2B5EF4-FFF2-40B4-BE49-F238E27FC236}">
                <a16:creationId xmlns:a16="http://schemas.microsoft.com/office/drawing/2014/main" xmlns="" id="{98E1229F-7BCA-4A86-AF26-15C419AEBBC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6564"/>
            <a:ext cx="2249851" cy="8309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6;p14" descr="Your startup LOGO">
            <a:extLst>
              <a:ext uri="{FF2B5EF4-FFF2-40B4-BE49-F238E27FC236}">
                <a16:creationId xmlns:a16="http://schemas.microsoft.com/office/drawing/2014/main" xmlns="" id="{9B123837-3988-D2D0-5F58-5512F556D78D}"/>
              </a:ext>
            </a:extLst>
          </p:cNvPr>
          <p:cNvSpPr/>
          <p:nvPr/>
        </p:nvSpPr>
        <p:spPr>
          <a:xfrm>
            <a:off x="5203197" y="129009"/>
            <a:ext cx="1777705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07;p14">
            <a:extLst>
              <a:ext uri="{FF2B5EF4-FFF2-40B4-BE49-F238E27FC236}">
                <a16:creationId xmlns:a16="http://schemas.microsoft.com/office/drawing/2014/main" xmlns="" id="{9F1A3235-34D3-3750-F9C7-97454DBBA7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3886" y="132129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75F4FCDC-67D8-9321-9B3E-70146C48F493}"/>
              </a:ext>
            </a:extLst>
          </p:cNvPr>
          <p:cNvSpPr txBox="1"/>
          <p:nvPr/>
        </p:nvSpPr>
        <p:spPr>
          <a:xfrm>
            <a:off x="3974285" y="521050"/>
            <a:ext cx="5055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PROPOSED SOLUTION</a:t>
            </a:r>
            <a:endParaRPr lang="en-IN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65BFD3-5D6B-320A-843C-260545F80D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85000"/>
          </a:blip>
          <a:srcRect l="2632" t="2882" r="3485" b="4525"/>
          <a:stretch/>
        </p:blipFill>
        <p:spPr>
          <a:xfrm>
            <a:off x="370703" y="1519083"/>
            <a:ext cx="5336923" cy="54467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00393DC-CFE9-A338-A1A0-84F7CF001F3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6273798" y="1352837"/>
            <a:ext cx="5918202" cy="56958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594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6387C39-6F64-E729-A745-378ABA31E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07016" y="278892"/>
            <a:ext cx="7273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endParaRPr lang="en-US" sz="3600" dirty="0"/>
          </a:p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r>
              <a:rPr lang="en-US" sz="3600" dirty="0">
                <a:latin typeface="Arial Black" panose="020B0A04020102020204" pitchFamily="34" charset="0"/>
              </a:rPr>
              <a:t>TECHNICAL </a:t>
            </a:r>
            <a:r>
              <a:rPr lang="en-US" sz="3600" dirty="0" smtClean="0">
                <a:latin typeface="Arial Black" panose="020B0A04020102020204" pitchFamily="34" charset="0"/>
              </a:rPr>
              <a:t>APPROACH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0919" y="132130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4" name="Google Shape;108;p14">
            <a:extLst>
              <a:ext uri="{FF2B5EF4-FFF2-40B4-BE49-F238E27FC236}">
                <a16:creationId xmlns:a16="http://schemas.microsoft.com/office/drawing/2014/main" xmlns="" id="{9DF95A4D-C6DD-0FE3-EAAE-FC3F023541C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0292"/>
            <a:ext cx="2249851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07;p14">
            <a:extLst>
              <a:ext uri="{FF2B5EF4-FFF2-40B4-BE49-F238E27FC236}">
                <a16:creationId xmlns:a16="http://schemas.microsoft.com/office/drawing/2014/main" xmlns="" id="{99926D2A-FF8F-5C89-16ED-B870B4E3AB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06;p14" descr="Your startup LOGO">
            <a:extLst>
              <a:ext uri="{FF2B5EF4-FFF2-40B4-BE49-F238E27FC236}">
                <a16:creationId xmlns:a16="http://schemas.microsoft.com/office/drawing/2014/main" xmlns="" id="{AADC877A-3D00-181E-FB1E-CF0453351DAF}"/>
              </a:ext>
            </a:extLst>
          </p:cNvPr>
          <p:cNvSpPr/>
          <p:nvPr/>
        </p:nvSpPr>
        <p:spPr>
          <a:xfrm>
            <a:off x="5203197" y="67629"/>
            <a:ext cx="1777705" cy="6456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4" r="729" b="32814"/>
          <a:stretch/>
        </p:blipFill>
        <p:spPr>
          <a:xfrm>
            <a:off x="363792" y="1401739"/>
            <a:ext cx="10967883" cy="34163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" t="67504" r="918" b="1721"/>
          <a:stretch/>
        </p:blipFill>
        <p:spPr>
          <a:xfrm>
            <a:off x="831862" y="4818043"/>
            <a:ext cx="10073149" cy="211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1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B9736D5-F45C-FCB1-293D-37DF953176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4" name="Google Shape;121;p15">
            <a:extLst>
              <a:ext uri="{FF2B5EF4-FFF2-40B4-BE49-F238E27FC236}">
                <a16:creationId xmlns:a16="http://schemas.microsoft.com/office/drawing/2014/main" xmlns="" id="{C1E2138C-75AF-5E58-BA08-4D827E6684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6564"/>
            <a:ext cx="2011680" cy="8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0;p15">
            <a:extLst>
              <a:ext uri="{FF2B5EF4-FFF2-40B4-BE49-F238E27FC236}">
                <a16:creationId xmlns:a16="http://schemas.microsoft.com/office/drawing/2014/main" xmlns="" id="{D63ABFCF-2331-721E-55B5-3FE47E66B9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9;p15" descr="Your startup LOGO">
            <a:extLst>
              <a:ext uri="{FF2B5EF4-FFF2-40B4-BE49-F238E27FC236}">
                <a16:creationId xmlns:a16="http://schemas.microsoft.com/office/drawing/2014/main" xmlns="" id="{78745329-5CC4-BF77-8A5B-FB5703580AC8}"/>
              </a:ext>
            </a:extLst>
          </p:cNvPr>
          <p:cNvSpPr/>
          <p:nvPr/>
        </p:nvSpPr>
        <p:spPr>
          <a:xfrm>
            <a:off x="5190223" y="129009"/>
            <a:ext cx="1692898" cy="55427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40574" y="330340"/>
            <a:ext cx="338906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endParaRPr lang="en-US"/>
          </a:p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r>
              <a:rPr lang="en-US"/>
              <a:t>FEASIBILITY &amp; VIABILITY</a:t>
            </a:r>
            <a:endParaRPr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AE5818EE-5E06-A45E-DB37-41AAD2368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75" y="1175715"/>
            <a:ext cx="10181281" cy="357498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A2F25D5E-2C83-EFBD-26C9-FCBEA75D735A}"/>
              </a:ext>
            </a:extLst>
          </p:cNvPr>
          <p:cNvSpPr txBox="1"/>
          <p:nvPr/>
        </p:nvSpPr>
        <p:spPr>
          <a:xfrm>
            <a:off x="1730953" y="4900779"/>
            <a:ext cx="1289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PHASE </a:t>
            </a:r>
            <a:r>
              <a:rPr lang="en-US" b="1" dirty="0" smtClean="0">
                <a:highlight>
                  <a:srgbClr val="C0C0C0"/>
                </a:highlight>
              </a:rPr>
              <a:t>1</a:t>
            </a:r>
            <a:endParaRPr lang="en-US" b="1" dirty="0">
              <a:highlight>
                <a:srgbClr val="C0C0C0"/>
              </a:highlight>
            </a:endParaRPr>
          </a:p>
          <a:p>
            <a:endParaRPr lang="en-US" b="1" dirty="0" smtClean="0"/>
          </a:p>
          <a:p>
            <a:r>
              <a:rPr lang="en-US" b="1" dirty="0" smtClean="0"/>
              <a:t>MVP</a:t>
            </a:r>
            <a:endParaRPr lang="en-US" b="1" dirty="0"/>
          </a:p>
          <a:p>
            <a:r>
              <a:rPr lang="en-US" dirty="0"/>
              <a:t>Citation-grounded RAG + core corpus + Dashboard + classifier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ABB7CC7-36EF-D435-E50F-81D44C225BBE}"/>
              </a:ext>
            </a:extLst>
          </p:cNvPr>
          <p:cNvSpPr txBox="1"/>
          <p:nvPr/>
        </p:nvSpPr>
        <p:spPr>
          <a:xfrm>
            <a:off x="3654214" y="4958052"/>
            <a:ext cx="11560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C0C0C0"/>
                </a:highlight>
              </a:rPr>
              <a:t>PHASE 2</a:t>
            </a:r>
          </a:p>
          <a:p>
            <a:endParaRPr lang="en-US">
              <a:highlight>
                <a:srgbClr val="008080"/>
              </a:highlight>
            </a:endParaRPr>
          </a:p>
          <a:p>
            <a:r>
              <a:rPr lang="en-US" b="1"/>
              <a:t>SMARTER</a:t>
            </a:r>
          </a:p>
          <a:p>
            <a:r>
              <a:rPr lang="en-US"/>
              <a:t>Knowledge Graph </a:t>
            </a:r>
          </a:p>
          <a:p>
            <a:r>
              <a:rPr lang="en-US"/>
              <a:t>+ ABS/TK + routing + confidence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6D886507-4CCA-CED3-1232-3645F5EB16A3}"/>
              </a:ext>
            </a:extLst>
          </p:cNvPr>
          <p:cNvSpPr txBox="1"/>
          <p:nvPr/>
        </p:nvSpPr>
        <p:spPr>
          <a:xfrm>
            <a:off x="5504107" y="4972430"/>
            <a:ext cx="13827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C0C0C0"/>
                </a:highlight>
              </a:rPr>
              <a:t>PHASE 3</a:t>
            </a:r>
          </a:p>
          <a:p>
            <a:endParaRPr lang="en-US">
              <a:highlight>
                <a:srgbClr val="008080"/>
              </a:highlight>
            </a:endParaRPr>
          </a:p>
          <a:p>
            <a:r>
              <a:rPr lang="en-US" b="1"/>
              <a:t>REACH</a:t>
            </a:r>
          </a:p>
          <a:p>
            <a:r>
              <a:rPr lang="en-US"/>
              <a:t>Multilingual + voice + international jurisdiction packs</a:t>
            </a:r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574CC05-7B9E-463F-BD3C-E264FAD7AC80}"/>
              </a:ext>
            </a:extLst>
          </p:cNvPr>
          <p:cNvSpPr txBox="1"/>
          <p:nvPr/>
        </p:nvSpPr>
        <p:spPr>
          <a:xfrm>
            <a:off x="7566287" y="4929298"/>
            <a:ext cx="1289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C0C0C0"/>
                </a:highlight>
              </a:rPr>
              <a:t>PHASE 4</a:t>
            </a:r>
          </a:p>
          <a:p>
            <a:endParaRPr lang="en-US">
              <a:highlight>
                <a:srgbClr val="008080"/>
              </a:highlight>
            </a:endParaRPr>
          </a:p>
          <a:p>
            <a:r>
              <a:rPr lang="en-US" b="1"/>
              <a:t>SCALE</a:t>
            </a:r>
          </a:p>
          <a:p>
            <a:r>
              <a:rPr lang="en-US"/>
              <a:t>Continuous updates + security + evaluation + deployment</a:t>
            </a:r>
          </a:p>
          <a:p>
            <a:endParaRPr lang="en-IN" b="1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xmlns="" id="{4118E263-3CB0-054B-F9AE-1346A1639929}"/>
              </a:ext>
            </a:extLst>
          </p:cNvPr>
          <p:cNvSpPr/>
          <p:nvPr/>
        </p:nvSpPr>
        <p:spPr>
          <a:xfrm>
            <a:off x="3055294" y="5749217"/>
            <a:ext cx="253863" cy="267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xmlns="" id="{0B2A3CEC-D659-1F79-C16C-7716D011AE66}"/>
              </a:ext>
            </a:extLst>
          </p:cNvPr>
          <p:cNvSpPr/>
          <p:nvPr/>
        </p:nvSpPr>
        <p:spPr>
          <a:xfrm>
            <a:off x="5000070" y="5755669"/>
            <a:ext cx="196983" cy="267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xmlns="" id="{7E3E0CEC-DBD3-4079-8290-FB8673D9B85D}"/>
              </a:ext>
            </a:extLst>
          </p:cNvPr>
          <p:cNvSpPr/>
          <p:nvPr/>
        </p:nvSpPr>
        <p:spPr>
          <a:xfrm>
            <a:off x="7038738" y="5734840"/>
            <a:ext cx="196983" cy="267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51EC5DD-46B7-9B61-750D-CE46BA61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5</a:t>
            </a:fld>
            <a:endParaRPr lang="en-US"/>
          </a:p>
        </p:txBody>
      </p:sp>
      <p:pic>
        <p:nvPicPr>
          <p:cNvPr id="4" name="Google Shape;108;p14">
            <a:extLst>
              <a:ext uri="{FF2B5EF4-FFF2-40B4-BE49-F238E27FC236}">
                <a16:creationId xmlns:a16="http://schemas.microsoft.com/office/drawing/2014/main" xmlns="" id="{B6710E24-B44E-987C-C6FE-2D311784BAA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249851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20;p15">
            <a:extLst>
              <a:ext uri="{FF2B5EF4-FFF2-40B4-BE49-F238E27FC236}">
                <a16:creationId xmlns:a16="http://schemas.microsoft.com/office/drawing/2014/main" xmlns="" id="{BF82A726-6185-0A5D-264F-A147EF1FDB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106;p14" descr="Your startup LOGO">
            <a:extLst>
              <a:ext uri="{FF2B5EF4-FFF2-40B4-BE49-F238E27FC236}">
                <a16:creationId xmlns:a16="http://schemas.microsoft.com/office/drawing/2014/main" xmlns="" id="{6B4DCFCA-5D34-FA6F-1770-3204C108A314}"/>
              </a:ext>
            </a:extLst>
          </p:cNvPr>
          <p:cNvSpPr/>
          <p:nvPr/>
        </p:nvSpPr>
        <p:spPr>
          <a:xfrm>
            <a:off x="5203197" y="-27431"/>
            <a:ext cx="1777705" cy="6035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629E65C8-AA26-9820-B471-9E7FD58FACE5}"/>
              </a:ext>
            </a:extLst>
          </p:cNvPr>
          <p:cNvSpPr txBox="1"/>
          <p:nvPr/>
        </p:nvSpPr>
        <p:spPr>
          <a:xfrm>
            <a:off x="4149496" y="636800"/>
            <a:ext cx="3411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IMPACT &amp; BENEFITS</a:t>
            </a:r>
            <a:endParaRPr lang="en-IN" sz="2400" b="1"/>
          </a:p>
        </p:txBody>
      </p: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xmlns="" id="{F2345BFE-140C-DC7E-E2B7-993436BC22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061225"/>
              </p:ext>
            </p:extLst>
          </p:nvPr>
        </p:nvGraphicFramePr>
        <p:xfrm>
          <a:off x="4140" y="1177311"/>
          <a:ext cx="10812073" cy="2437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DC9216A2-7676-13B1-447D-88CF2F13A5D0}"/>
              </a:ext>
            </a:extLst>
          </p:cNvPr>
          <p:cNvSpPr txBox="1"/>
          <p:nvPr/>
        </p:nvSpPr>
        <p:spPr>
          <a:xfrm>
            <a:off x="2646564" y="1222329"/>
            <a:ext cx="6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A practical decision-support layer for the AYUSH innovation ecosystem</a:t>
            </a:r>
            <a:endParaRPr lang="en-IN" b="1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C76CD166-9886-0740-DF1D-76153600ECA5}"/>
              </a:ext>
            </a:extLst>
          </p:cNvPr>
          <p:cNvSpPr txBox="1"/>
          <p:nvPr/>
        </p:nvSpPr>
        <p:spPr>
          <a:xfrm>
            <a:off x="1918012" y="3140029"/>
            <a:ext cx="939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Core principle :</a:t>
            </a:r>
            <a:r>
              <a:rPr lang="en-US" sz="1800" dirty="0"/>
              <a:t> Help users move from an idea to a clearer, evidence-backed pathways –while keeping professional review in the loop.</a:t>
            </a:r>
            <a:endParaRPr lang="en-IN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" t="9003" r="75012" b="2693"/>
          <a:stretch/>
        </p:blipFill>
        <p:spPr>
          <a:xfrm>
            <a:off x="988248" y="4200155"/>
            <a:ext cx="2164436" cy="23147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6" t="6817" r="50269"/>
          <a:stretch/>
        </p:blipFill>
        <p:spPr>
          <a:xfrm>
            <a:off x="3536043" y="4210930"/>
            <a:ext cx="2026205" cy="23110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52" t="9150" r="27428"/>
          <a:stretch/>
        </p:blipFill>
        <p:spPr>
          <a:xfrm>
            <a:off x="5978380" y="4218001"/>
            <a:ext cx="2026206" cy="22968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13" t="9929" r="3435" b="3703"/>
          <a:stretch/>
        </p:blipFill>
        <p:spPr>
          <a:xfrm>
            <a:off x="8498374" y="4200156"/>
            <a:ext cx="2037502" cy="22685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Right Arrow 10"/>
          <p:cNvSpPr/>
          <p:nvPr/>
        </p:nvSpPr>
        <p:spPr>
          <a:xfrm>
            <a:off x="3086034" y="5190010"/>
            <a:ext cx="560438" cy="288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5410177" y="5079615"/>
            <a:ext cx="560438" cy="288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7889782" y="5079615"/>
            <a:ext cx="560438" cy="288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9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4;p16">
            <a:extLst>
              <a:ext uri="{FF2B5EF4-FFF2-40B4-BE49-F238E27FC236}">
                <a16:creationId xmlns:a16="http://schemas.microsoft.com/office/drawing/2014/main" xmlns="" id="{5866DE41-248B-2521-9320-84009D3DCB4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6564"/>
            <a:ext cx="2090057" cy="80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3;p16">
            <a:extLst>
              <a:ext uri="{FF2B5EF4-FFF2-40B4-BE49-F238E27FC236}">
                <a16:creationId xmlns:a16="http://schemas.microsoft.com/office/drawing/2014/main" xmlns="" id="{3FE02165-0C9F-1E9E-50F0-66C3791901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45;p17" descr="Your startup LOGO">
            <a:extLst>
              <a:ext uri="{FF2B5EF4-FFF2-40B4-BE49-F238E27FC236}">
                <a16:creationId xmlns:a16="http://schemas.microsoft.com/office/drawing/2014/main" xmlns="" id="{393ACBA0-A886-F362-B556-9C9AA7E0FC2E}"/>
              </a:ext>
            </a:extLst>
          </p:cNvPr>
          <p:cNvSpPr/>
          <p:nvPr/>
        </p:nvSpPr>
        <p:spPr>
          <a:xfrm>
            <a:off x="5190222" y="-18287"/>
            <a:ext cx="1640346" cy="64641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SIH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877EF2C-BEF1-40B3-EBF9-06CFDA712902}"/>
              </a:ext>
            </a:extLst>
          </p:cNvPr>
          <p:cNvSpPr txBox="1"/>
          <p:nvPr/>
        </p:nvSpPr>
        <p:spPr>
          <a:xfrm>
            <a:off x="3832386" y="274320"/>
            <a:ext cx="449674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2D37"/>
                </a:solidFill>
              </a:defRPr>
            </a:pPr>
            <a:endParaRPr lang="en-US"/>
          </a:p>
          <a:p>
            <a:pPr algn="ctr">
              <a:defRPr sz="2400" b="1">
                <a:solidFill>
                  <a:srgbClr val="232D37"/>
                </a:solidFill>
              </a:defRPr>
            </a:pPr>
            <a:r>
              <a:t> RESEARCH </a:t>
            </a:r>
            <a:r>
              <a:rPr lang="en-US"/>
              <a:t>&amp; REFERENCES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AC3D554-A31B-3EE0-E87A-1CAABBA45E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12" y="1159933"/>
            <a:ext cx="6545900" cy="23795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367D6EE8-FFF3-DBE1-8561-B90056B05393}"/>
              </a:ext>
            </a:extLst>
          </p:cNvPr>
          <p:cNvSpPr/>
          <p:nvPr/>
        </p:nvSpPr>
        <p:spPr>
          <a:xfrm>
            <a:off x="7407796" y="1105317"/>
            <a:ext cx="4622140" cy="20661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8BFD02E-00AE-9C6E-C147-533480119663}"/>
              </a:ext>
            </a:extLst>
          </p:cNvPr>
          <p:cNvSpPr txBox="1"/>
          <p:nvPr/>
        </p:nvSpPr>
        <p:spPr>
          <a:xfrm>
            <a:off x="7963382" y="1356444"/>
            <a:ext cx="3923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References / Research</a:t>
            </a:r>
            <a:endParaRPr lang="en-IN" sz="24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E38442E-E212-D0EB-4288-26CD87CBB1A4}"/>
              </a:ext>
            </a:extLst>
          </p:cNvPr>
          <p:cNvSpPr txBox="1"/>
          <p:nvPr/>
        </p:nvSpPr>
        <p:spPr>
          <a:xfrm>
            <a:off x="7500395" y="1768236"/>
            <a:ext cx="45295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Ministry of Ayush &amp; CDSCO websites.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WIPO, WHO, FDA, EMA resources.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Ayurveda research papers &amp; journals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Government policies and IP databases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5D8506D-E863-C1AD-4241-AEDF030B1A74}"/>
              </a:ext>
            </a:extLst>
          </p:cNvPr>
          <p:cNvSpPr txBox="1"/>
          <p:nvPr/>
        </p:nvSpPr>
        <p:spPr>
          <a:xfrm>
            <a:off x="0" y="3626062"/>
            <a:ext cx="336823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/>
              <a:t>Live Prototype Demo</a:t>
            </a:r>
            <a:endParaRPr lang="en-IN" sz="2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4FA2BCD-315D-B513-9F97-CE0F77ABDC7D}"/>
              </a:ext>
            </a:extLst>
          </p:cNvPr>
          <p:cNvSpPr txBox="1"/>
          <p:nvPr/>
        </p:nvSpPr>
        <p:spPr>
          <a:xfrm>
            <a:off x="0" y="4087727"/>
            <a:ext cx="3194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Recommended 2-3 judge walkthrough</a:t>
            </a:r>
            <a:endParaRPr lang="en-IN"/>
          </a:p>
        </p:txBody>
      </p:sp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xmlns="" id="{2B2ABD3D-D30E-1EDC-BB91-C6C28E53C8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594636"/>
              </p:ext>
            </p:extLst>
          </p:nvPr>
        </p:nvGraphicFramePr>
        <p:xfrm>
          <a:off x="159030" y="3212943"/>
          <a:ext cx="11702730" cy="3019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C30872D2-AA88-9BF7-4901-5001926D2918}"/>
              </a:ext>
            </a:extLst>
          </p:cNvPr>
          <p:cNvSpPr txBox="1"/>
          <p:nvPr/>
        </p:nvSpPr>
        <p:spPr>
          <a:xfrm>
            <a:off x="0" y="5153135"/>
            <a:ext cx="12604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 </a:t>
            </a:r>
            <a:r>
              <a:rPr lang="en-US" sz="2400" dirty="0"/>
              <a:t>From an Ayurveda idea </a:t>
            </a:r>
            <a:r>
              <a:rPr lang="en-US" sz="2400" dirty="0">
                <a:sym typeface="Wingdings" panose="05000000000000000000" pitchFamily="2" charset="2"/>
              </a:rPr>
              <a:t> to a guided , source-cited IP &amp; regularity  pathway</a:t>
            </a:r>
            <a:r>
              <a:rPr lang="en-US" sz="2800" dirty="0">
                <a:sym typeface="Wingdings" panose="05000000000000000000" pitchFamily="2" charset="2"/>
              </a:rPr>
              <a:t>.” </a:t>
            </a:r>
            <a:endParaRPr lang="en-IN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4E44A73-5C65-B296-3F79-18C9039E1F9A}"/>
              </a:ext>
            </a:extLst>
          </p:cNvPr>
          <p:cNvSpPr txBox="1"/>
          <p:nvPr/>
        </p:nvSpPr>
        <p:spPr>
          <a:xfrm>
            <a:off x="3526091" y="6457890"/>
            <a:ext cx="6239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highlight>
                  <a:srgbClr val="800080"/>
                </a:highlight>
              </a:rPr>
              <a:t>IP- SHAKTI SAHAYAK – SIH26045</a:t>
            </a:r>
            <a:endParaRPr lang="en-IN" sz="2000">
              <a:solidFill>
                <a:schemeClr val="bg1">
                  <a:lumMod val="95000"/>
                </a:schemeClr>
              </a:solidFill>
              <a:highlight>
                <a:srgbClr val="80008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00FF50-FB78-D391-AB66-9921DB93D9B7}"/>
              </a:ext>
            </a:extLst>
          </p:cNvPr>
          <p:cNvSpPr txBox="1"/>
          <p:nvPr/>
        </p:nvSpPr>
        <p:spPr>
          <a:xfrm>
            <a:off x="2817962" y="5930660"/>
            <a:ext cx="71167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hlinkClick r:id="rId10"/>
              </a:rPr>
              <a:t>https://github.com/gyanendraakshatriya/SIH-</a:t>
            </a:r>
            <a:endParaRPr lang="en-US" sz="2000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Bjo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Bjo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58E17CF6-1BD7-439C-B13C-57B478723B62}" vid="{983041D9-13D3-43F3-B671-446E6DAE8C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263</Words>
  <Application>Microsoft Office PowerPoint</Application>
  <PresentationFormat>Widescreen</PresentationFormat>
  <Paragraphs>77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Black</vt:lpstr>
      <vt:lpstr>Neue Haas Grotesk Text Pro</vt:lpstr>
      <vt:lpstr>Aptos Display</vt:lpstr>
      <vt:lpstr>Garamond</vt:lpstr>
      <vt:lpstr>Oswald</vt:lpstr>
      <vt:lpstr>Calibri</vt:lpstr>
      <vt:lpstr>System Font Regular</vt:lpstr>
      <vt:lpstr>Times New Roman</vt:lpstr>
      <vt:lpstr>Wingdings</vt:lpstr>
      <vt:lpstr>Bjorn</vt:lpstr>
      <vt:lpstr>SMART INDIA 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 HACKATHON 2026</dc:title>
  <dc:creator>priyanshi maurya</dc:creator>
  <cp:lastModifiedBy>Shweta Kushwaha</cp:lastModifiedBy>
  <cp:revision>20</cp:revision>
  <dcterms:modified xsi:type="dcterms:W3CDTF">2026-09-27T07:45:36Z</dcterms:modified>
</cp:coreProperties>
</file>